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3"/>
  </p:notesMasterIdLst>
  <p:handoutMasterIdLst>
    <p:handoutMasterId r:id="rId24"/>
  </p:handoutMasterIdLst>
  <p:sldIdLst>
    <p:sldId id="365" r:id="rId5"/>
    <p:sldId id="431" r:id="rId6"/>
    <p:sldId id="389" r:id="rId7"/>
    <p:sldId id="398" r:id="rId8"/>
    <p:sldId id="430" r:id="rId9"/>
    <p:sldId id="435" r:id="rId10"/>
    <p:sldId id="426" r:id="rId11"/>
    <p:sldId id="432" r:id="rId12"/>
    <p:sldId id="418" r:id="rId13"/>
    <p:sldId id="406" r:id="rId14"/>
    <p:sldId id="412" r:id="rId15"/>
    <p:sldId id="433" r:id="rId16"/>
    <p:sldId id="407" r:id="rId17"/>
    <p:sldId id="434" r:id="rId18"/>
    <p:sldId id="425" r:id="rId19"/>
    <p:sldId id="436" r:id="rId20"/>
    <p:sldId id="423" r:id="rId21"/>
    <p:sldId id="38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C5D638-9B32-4D89-1901-4B934626E87D}" name="Rishab Kaushik" initials="RK" userId="S::Rishab.Kaushik@programmers.io::7a940ad9-5c7d-484a-a3f7-52fb88fe1bc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95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05B4DF-C891-443F-BCA2-06A2535A181C}" v="99" dt="2025-12-18T11:33:42.6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shank Srivastava" userId="b4da076b-31ec-412f-b18b-b03b98e087a8" providerId="ADAL" clId="{4ABC8293-2B41-4C00-8E10-B30644DFA040}"/>
    <pc:docChg chg="undo redo custSel addSld delSld modSld sldOrd modMainMaster addSection delSection">
      <pc:chgData name="Sheshank Srivastava" userId="b4da076b-31ec-412f-b18b-b03b98e087a8" providerId="ADAL" clId="{4ABC8293-2B41-4C00-8E10-B30644DFA040}" dt="2025-12-18T11:34:26.990" v="1920" actId="255"/>
      <pc:docMkLst>
        <pc:docMk/>
      </pc:docMkLst>
      <pc:sldChg chg="modSp mod modTransition">
        <pc:chgData name="Sheshank Srivastava" userId="b4da076b-31ec-412f-b18b-b03b98e087a8" providerId="ADAL" clId="{4ABC8293-2B41-4C00-8E10-B30644DFA040}" dt="2025-12-17T12:12:44.062" v="1010"/>
        <pc:sldMkLst>
          <pc:docMk/>
          <pc:sldMk cId="1681105864" sldId="365"/>
        </pc:sldMkLst>
        <pc:spChg chg="mod">
          <ac:chgData name="Sheshank Srivastava" userId="b4da076b-31ec-412f-b18b-b03b98e087a8" providerId="ADAL" clId="{4ABC8293-2B41-4C00-8E10-B30644DFA040}" dt="2025-12-17T05:43:41.355" v="18" actId="1076"/>
          <ac:spMkLst>
            <pc:docMk/>
            <pc:sldMk cId="1681105864" sldId="365"/>
            <ac:spMk id="2" creationId="{293E168C-8042-5B4E-A5A4-A5BF693AE2D6}"/>
          </ac:spMkLst>
        </pc:spChg>
      </pc:sldChg>
      <pc:sldChg chg="modTransition">
        <pc:chgData name="Sheshank Srivastava" userId="b4da076b-31ec-412f-b18b-b03b98e087a8" providerId="ADAL" clId="{4ABC8293-2B41-4C00-8E10-B30644DFA040}" dt="2025-12-17T12:12:31.349" v="1009"/>
        <pc:sldMkLst>
          <pc:docMk/>
          <pc:sldMk cId="2138384583" sldId="388"/>
        </pc:sldMkLst>
      </pc:sldChg>
      <pc:sldChg chg="modSp mod modTransition">
        <pc:chgData name="Sheshank Srivastava" userId="b4da076b-31ec-412f-b18b-b03b98e087a8" providerId="ADAL" clId="{4ABC8293-2B41-4C00-8E10-B30644DFA040}" dt="2025-12-18T05:44:06.259" v="1548" actId="1076"/>
        <pc:sldMkLst>
          <pc:docMk/>
          <pc:sldMk cId="1893697509" sldId="389"/>
        </pc:sldMkLst>
        <pc:spChg chg="mod">
          <ac:chgData name="Sheshank Srivastava" userId="b4da076b-31ec-412f-b18b-b03b98e087a8" providerId="ADAL" clId="{4ABC8293-2B41-4C00-8E10-B30644DFA040}" dt="2025-12-18T05:44:01.225" v="1547" actId="14100"/>
          <ac:spMkLst>
            <pc:docMk/>
            <pc:sldMk cId="1893697509" sldId="389"/>
            <ac:spMk id="12" creationId="{03D7774E-8A7F-65E1-6533-915CE8CB36F8}"/>
          </ac:spMkLst>
        </pc:spChg>
        <pc:spChg chg="mod">
          <ac:chgData name="Sheshank Srivastava" userId="b4da076b-31ec-412f-b18b-b03b98e087a8" providerId="ADAL" clId="{4ABC8293-2B41-4C00-8E10-B30644DFA040}" dt="2025-12-18T05:44:06.259" v="1548" actId="1076"/>
          <ac:spMkLst>
            <pc:docMk/>
            <pc:sldMk cId="1893697509" sldId="389"/>
            <ac:spMk id="34" creationId="{0C9EEAE1-B032-9566-2A70-F48E0E82504F}"/>
          </ac:spMkLst>
        </pc:spChg>
      </pc:sldChg>
      <pc:sldChg chg="modSp mod modTransition">
        <pc:chgData name="Sheshank Srivastava" userId="b4da076b-31ec-412f-b18b-b03b98e087a8" providerId="ADAL" clId="{4ABC8293-2B41-4C00-8E10-B30644DFA040}" dt="2025-12-18T05:44:26.045" v="1551" actId="1076"/>
        <pc:sldMkLst>
          <pc:docMk/>
          <pc:sldMk cId="2503792367" sldId="398"/>
        </pc:sldMkLst>
        <pc:spChg chg="mod">
          <ac:chgData name="Sheshank Srivastava" userId="b4da076b-31ec-412f-b18b-b03b98e087a8" providerId="ADAL" clId="{4ABC8293-2B41-4C00-8E10-B30644DFA040}" dt="2025-12-18T05:44:26.045" v="1551" actId="1076"/>
          <ac:spMkLst>
            <pc:docMk/>
            <pc:sldMk cId="2503792367" sldId="398"/>
            <ac:spMk id="2" creationId="{172A7105-DEE3-A959-3387-83B7AC2EAF4B}"/>
          </ac:spMkLst>
        </pc:spChg>
        <pc:spChg chg="mod">
          <ac:chgData name="Sheshank Srivastava" userId="b4da076b-31ec-412f-b18b-b03b98e087a8" providerId="ADAL" clId="{4ABC8293-2B41-4C00-8E10-B30644DFA040}" dt="2025-12-18T05:44:20.066" v="1550" actId="14100"/>
          <ac:spMkLst>
            <pc:docMk/>
            <pc:sldMk cId="2503792367" sldId="398"/>
            <ac:spMk id="4" creationId="{853C5C66-8F8D-E937-ECF5-2FC8999655BD}"/>
          </ac:spMkLst>
        </pc:spChg>
      </pc:sldChg>
      <pc:sldChg chg="addSp delSp modSp mod modTransition">
        <pc:chgData name="Sheshank Srivastava" userId="b4da076b-31ec-412f-b18b-b03b98e087a8" providerId="ADAL" clId="{4ABC8293-2B41-4C00-8E10-B30644DFA040}" dt="2025-12-18T06:59:47.404" v="1759" actId="14100"/>
        <pc:sldMkLst>
          <pc:docMk/>
          <pc:sldMk cId="1909677682" sldId="406"/>
        </pc:sldMkLst>
        <pc:spChg chg="mod">
          <ac:chgData name="Sheshank Srivastava" userId="b4da076b-31ec-412f-b18b-b03b98e087a8" providerId="ADAL" clId="{4ABC8293-2B41-4C00-8E10-B30644DFA040}" dt="2025-12-18T06:59:05.649" v="1754" actId="14100"/>
          <ac:spMkLst>
            <pc:docMk/>
            <pc:sldMk cId="1909677682" sldId="406"/>
            <ac:spMk id="2" creationId="{7ECAF281-254A-318F-601E-7B6669A81781}"/>
          </ac:spMkLst>
        </pc:spChg>
        <pc:spChg chg="mod">
          <ac:chgData name="Sheshank Srivastava" userId="b4da076b-31ec-412f-b18b-b03b98e087a8" providerId="ADAL" clId="{4ABC8293-2B41-4C00-8E10-B30644DFA040}" dt="2025-12-18T05:51:03.505" v="1559" actId="1076"/>
          <ac:spMkLst>
            <pc:docMk/>
            <pc:sldMk cId="1909677682" sldId="406"/>
            <ac:spMk id="4" creationId="{74E231FA-A594-29B8-225B-C705D9A3423A}"/>
          </ac:spMkLst>
        </pc:spChg>
        <pc:graphicFrameChg chg="add mod">
          <ac:chgData name="Sheshank Srivastava" userId="b4da076b-31ec-412f-b18b-b03b98e087a8" providerId="ADAL" clId="{4ABC8293-2B41-4C00-8E10-B30644DFA040}" dt="2025-12-17T06:27:41.777" v="424"/>
          <ac:graphicFrameMkLst>
            <pc:docMk/>
            <pc:sldMk cId="1909677682" sldId="406"/>
            <ac:graphicFrameMk id="6" creationId="{8E60ABD3-9825-F36E-5AB2-6D572A0B24F9}"/>
          </ac:graphicFrameMkLst>
        </pc:graphicFrameChg>
        <pc:picChg chg="add mod">
          <ac:chgData name="Sheshank Srivastava" userId="b4da076b-31ec-412f-b18b-b03b98e087a8" providerId="ADAL" clId="{4ABC8293-2B41-4C00-8E10-B30644DFA040}" dt="2025-12-18T06:59:09.545" v="1755" actId="1076"/>
          <ac:picMkLst>
            <pc:docMk/>
            <pc:sldMk cId="1909677682" sldId="406"/>
            <ac:picMk id="5" creationId="{A4866F9B-321C-CA9C-94B3-8F636B6B9AD6}"/>
          </ac:picMkLst>
        </pc:picChg>
        <pc:picChg chg="add del mod">
          <ac:chgData name="Sheshank Srivastava" userId="b4da076b-31ec-412f-b18b-b03b98e087a8" providerId="ADAL" clId="{4ABC8293-2B41-4C00-8E10-B30644DFA040}" dt="2025-12-17T06:26:52.799" v="423" actId="478"/>
          <ac:picMkLst>
            <pc:docMk/>
            <pc:sldMk cId="1909677682" sldId="406"/>
            <ac:picMk id="5" creationId="{BBEB661F-D77B-A7E3-3942-D964F5AC9004}"/>
          </ac:picMkLst>
        </pc:picChg>
        <pc:picChg chg="add mod">
          <ac:chgData name="Sheshank Srivastava" userId="b4da076b-31ec-412f-b18b-b03b98e087a8" providerId="ADAL" clId="{4ABC8293-2B41-4C00-8E10-B30644DFA040}" dt="2025-12-18T06:59:47.404" v="1759" actId="14100"/>
          <ac:picMkLst>
            <pc:docMk/>
            <pc:sldMk cId="1909677682" sldId="406"/>
            <ac:picMk id="7" creationId="{BE6ACECE-204C-C9CE-327E-D354BAA85A8D}"/>
          </ac:picMkLst>
        </pc:picChg>
      </pc:sldChg>
      <pc:sldChg chg="delSp modSp mod modTransition">
        <pc:chgData name="Sheshank Srivastava" userId="b4da076b-31ec-412f-b18b-b03b98e087a8" providerId="ADAL" clId="{4ABC8293-2B41-4C00-8E10-B30644DFA040}" dt="2025-12-18T05:51:38.674" v="1566" actId="1076"/>
        <pc:sldMkLst>
          <pc:docMk/>
          <pc:sldMk cId="1214672519" sldId="407"/>
        </pc:sldMkLst>
        <pc:spChg chg="mod">
          <ac:chgData name="Sheshank Srivastava" userId="b4da076b-31ec-412f-b18b-b03b98e087a8" providerId="ADAL" clId="{4ABC8293-2B41-4C00-8E10-B30644DFA040}" dt="2025-12-18T05:51:35.238" v="1565" actId="1076"/>
          <ac:spMkLst>
            <pc:docMk/>
            <pc:sldMk cId="1214672519" sldId="407"/>
            <ac:spMk id="4" creationId="{57E00C1E-66AD-3571-A838-7A699334523D}"/>
          </ac:spMkLst>
        </pc:spChg>
        <pc:spChg chg="mod">
          <ac:chgData name="Sheshank Srivastava" userId="b4da076b-31ec-412f-b18b-b03b98e087a8" providerId="ADAL" clId="{4ABC8293-2B41-4C00-8E10-B30644DFA040}" dt="2025-12-18T05:51:38.674" v="1566" actId="1076"/>
          <ac:spMkLst>
            <pc:docMk/>
            <pc:sldMk cId="1214672519" sldId="407"/>
            <ac:spMk id="14" creationId="{4B5B0EEA-F0B1-EBEC-EC95-67D4D917D54C}"/>
          </ac:spMkLst>
        </pc:spChg>
        <pc:picChg chg="del">
          <ac:chgData name="Sheshank Srivastava" userId="b4da076b-31ec-412f-b18b-b03b98e087a8" providerId="ADAL" clId="{4ABC8293-2B41-4C00-8E10-B30644DFA040}" dt="2025-12-17T06:37:53.475" v="483" actId="478"/>
          <ac:picMkLst>
            <pc:docMk/>
            <pc:sldMk cId="1214672519" sldId="407"/>
            <ac:picMk id="3" creationId="{AE641DA4-0BEB-39D3-A958-6AF1FC1108A9}"/>
          </ac:picMkLst>
        </pc:picChg>
      </pc:sldChg>
      <pc:sldChg chg="delSp modSp mod ord modTransition">
        <pc:chgData name="Sheshank Srivastava" userId="b4da076b-31ec-412f-b18b-b03b98e087a8" providerId="ADAL" clId="{4ABC8293-2B41-4C00-8E10-B30644DFA040}" dt="2025-12-18T05:51:23.971" v="1563" actId="1076"/>
        <pc:sldMkLst>
          <pc:docMk/>
          <pc:sldMk cId="2551891840" sldId="412"/>
        </pc:sldMkLst>
        <pc:spChg chg="mod">
          <ac:chgData name="Sheshank Srivastava" userId="b4da076b-31ec-412f-b18b-b03b98e087a8" providerId="ADAL" clId="{4ABC8293-2B41-4C00-8E10-B30644DFA040}" dt="2025-12-18T05:51:17.082" v="1562" actId="14100"/>
          <ac:spMkLst>
            <pc:docMk/>
            <pc:sldMk cId="2551891840" sldId="412"/>
            <ac:spMk id="4" creationId="{593A15B9-EF2A-FA6E-BF2D-2D296763C565}"/>
          </ac:spMkLst>
        </pc:spChg>
        <pc:spChg chg="mod">
          <ac:chgData name="Sheshank Srivastava" userId="b4da076b-31ec-412f-b18b-b03b98e087a8" providerId="ADAL" clId="{4ABC8293-2B41-4C00-8E10-B30644DFA040}" dt="2025-12-18T05:51:23.971" v="1563" actId="1076"/>
          <ac:spMkLst>
            <pc:docMk/>
            <pc:sldMk cId="2551891840" sldId="412"/>
            <ac:spMk id="6" creationId="{23404B5C-A1B8-F476-052D-0AC502920E15}"/>
          </ac:spMkLst>
        </pc:spChg>
        <pc:picChg chg="del">
          <ac:chgData name="Sheshank Srivastava" userId="b4da076b-31ec-412f-b18b-b03b98e087a8" providerId="ADAL" clId="{4ABC8293-2B41-4C00-8E10-B30644DFA040}" dt="2025-12-17T06:44:09.966" v="569" actId="478"/>
          <ac:picMkLst>
            <pc:docMk/>
            <pc:sldMk cId="2551891840" sldId="412"/>
            <ac:picMk id="3" creationId="{B0CF85F4-2ECE-BBEC-AEB4-69BD76D5828C}"/>
          </ac:picMkLst>
        </pc:picChg>
      </pc:sldChg>
      <pc:sldChg chg="addSp delSp modSp mod modTransition">
        <pc:chgData name="Sheshank Srivastava" userId="b4da076b-31ec-412f-b18b-b03b98e087a8" providerId="ADAL" clId="{4ABC8293-2B41-4C00-8E10-B30644DFA040}" dt="2025-12-18T11:34:26.990" v="1920" actId="255"/>
        <pc:sldMkLst>
          <pc:docMk/>
          <pc:sldMk cId="2728818593" sldId="418"/>
        </pc:sldMkLst>
        <pc:spChg chg="add mod">
          <ac:chgData name="Sheshank Srivastava" userId="b4da076b-31ec-412f-b18b-b03b98e087a8" providerId="ADAL" clId="{4ABC8293-2B41-4C00-8E10-B30644DFA040}" dt="2025-12-18T11:34:26.990" v="1920" actId="255"/>
          <ac:spMkLst>
            <pc:docMk/>
            <pc:sldMk cId="2728818593" sldId="418"/>
            <ac:spMk id="3" creationId="{39D6BFFD-33CB-7F96-4874-86F1E0B54FEA}"/>
          </ac:spMkLst>
        </pc:spChg>
        <pc:spChg chg="mod">
          <ac:chgData name="Sheshank Srivastava" userId="b4da076b-31ec-412f-b18b-b03b98e087a8" providerId="ADAL" clId="{4ABC8293-2B41-4C00-8E10-B30644DFA040}" dt="2025-12-18T05:43:25.119" v="1541" actId="1076"/>
          <ac:spMkLst>
            <pc:docMk/>
            <pc:sldMk cId="2728818593" sldId="418"/>
            <ac:spMk id="4" creationId="{D3B7BC58-FF3F-278A-1B59-D2142B17E22C}"/>
          </ac:spMkLst>
        </pc:spChg>
        <pc:spChg chg="add del mod">
          <ac:chgData name="Sheshank Srivastava" userId="b4da076b-31ec-412f-b18b-b03b98e087a8" providerId="ADAL" clId="{4ABC8293-2B41-4C00-8E10-B30644DFA040}" dt="2025-12-17T06:15:38.066" v="324"/>
          <ac:spMkLst>
            <pc:docMk/>
            <pc:sldMk cId="2728818593" sldId="418"/>
            <ac:spMk id="6" creationId="{49975A82-D928-2FDC-C5CF-9E97E3AE5A20}"/>
          </ac:spMkLst>
        </pc:spChg>
        <pc:spChg chg="add mod">
          <ac:chgData name="Sheshank Srivastava" userId="b4da076b-31ec-412f-b18b-b03b98e087a8" providerId="ADAL" clId="{4ABC8293-2B41-4C00-8E10-B30644DFA040}" dt="2025-12-18T05:50:56.162" v="1558" actId="1076"/>
          <ac:spMkLst>
            <pc:docMk/>
            <pc:sldMk cId="2728818593" sldId="418"/>
            <ac:spMk id="8" creationId="{AF306151-FA9C-664E-5768-B4AFC822068F}"/>
          </ac:spMkLst>
        </pc:spChg>
        <pc:graphicFrameChg chg="add mod">
          <ac:chgData name="Sheshank Srivastava" userId="b4da076b-31ec-412f-b18b-b03b98e087a8" providerId="ADAL" clId="{4ABC8293-2B41-4C00-8E10-B30644DFA040}" dt="2025-12-17T16:23:06.055" v="1322"/>
          <ac:graphicFrameMkLst>
            <pc:docMk/>
            <pc:sldMk cId="2728818593" sldId="418"/>
            <ac:graphicFrameMk id="2" creationId="{7455BFFD-BD31-CFFF-9B3A-42952F715191}"/>
          </ac:graphicFrameMkLst>
        </pc:graphicFrameChg>
        <pc:graphicFrameChg chg="add mod">
          <ac:chgData name="Sheshank Srivastava" userId="b4da076b-31ec-412f-b18b-b03b98e087a8" providerId="ADAL" clId="{4ABC8293-2B41-4C00-8E10-B30644DFA040}" dt="2025-12-17T06:14:44.334" v="306"/>
          <ac:graphicFrameMkLst>
            <pc:docMk/>
            <pc:sldMk cId="2728818593" sldId="418"/>
            <ac:graphicFrameMk id="2" creationId="{DA913FF4-475D-6E34-2326-3F347B86968D}"/>
          </ac:graphicFrameMkLst>
        </pc:graphicFrameChg>
        <pc:picChg chg="del">
          <ac:chgData name="Sheshank Srivastava" userId="b4da076b-31ec-412f-b18b-b03b98e087a8" providerId="ADAL" clId="{4ABC8293-2B41-4C00-8E10-B30644DFA040}" dt="2025-12-17T06:14:42.243" v="305" actId="478"/>
          <ac:picMkLst>
            <pc:docMk/>
            <pc:sldMk cId="2728818593" sldId="418"/>
            <ac:picMk id="3" creationId="{4A41CB4C-844E-754D-DFB2-50A6145BC2E6}"/>
          </ac:picMkLst>
        </pc:picChg>
      </pc:sldChg>
      <pc:sldChg chg="addSp delSp modSp mod ord modTransition">
        <pc:chgData name="Sheshank Srivastava" userId="b4da076b-31ec-412f-b18b-b03b98e087a8" providerId="ADAL" clId="{4ABC8293-2B41-4C00-8E10-B30644DFA040}" dt="2025-12-18T05:52:51.434" v="1581" actId="1076"/>
        <pc:sldMkLst>
          <pc:docMk/>
          <pc:sldMk cId="1251620271" sldId="423"/>
        </pc:sldMkLst>
        <pc:spChg chg="mod">
          <ac:chgData name="Sheshank Srivastava" userId="b4da076b-31ec-412f-b18b-b03b98e087a8" providerId="ADAL" clId="{4ABC8293-2B41-4C00-8E10-B30644DFA040}" dt="2025-12-18T05:52:34.275" v="1578" actId="14100"/>
          <ac:spMkLst>
            <pc:docMk/>
            <pc:sldMk cId="1251620271" sldId="423"/>
            <ac:spMk id="2" creationId="{7ECAF281-254A-318F-601E-7B6669A81781}"/>
          </ac:spMkLst>
        </pc:spChg>
        <pc:spChg chg="mod">
          <ac:chgData name="Sheshank Srivastava" userId="b4da076b-31ec-412f-b18b-b03b98e087a8" providerId="ADAL" clId="{4ABC8293-2B41-4C00-8E10-B30644DFA040}" dt="2025-12-18T05:52:11.796" v="1572" actId="14100"/>
          <ac:spMkLst>
            <pc:docMk/>
            <pc:sldMk cId="1251620271" sldId="423"/>
            <ac:spMk id="4" creationId="{74E231FA-A594-29B8-225B-C705D9A3423A}"/>
          </ac:spMkLst>
        </pc:spChg>
        <pc:graphicFrameChg chg="add mod">
          <ac:chgData name="Sheshank Srivastava" userId="b4da076b-31ec-412f-b18b-b03b98e087a8" providerId="ADAL" clId="{4ABC8293-2B41-4C00-8E10-B30644DFA040}" dt="2025-12-17T16:26:21.418" v="1402"/>
          <ac:graphicFrameMkLst>
            <pc:docMk/>
            <pc:sldMk cId="1251620271" sldId="423"/>
            <ac:graphicFrameMk id="3" creationId="{51250EB6-D910-324F-EAD9-E63606FCF281}"/>
          </ac:graphicFrameMkLst>
        </pc:graphicFrameChg>
        <pc:graphicFrameChg chg="add mod">
          <ac:chgData name="Sheshank Srivastava" userId="b4da076b-31ec-412f-b18b-b03b98e087a8" providerId="ADAL" clId="{4ABC8293-2B41-4C00-8E10-B30644DFA040}" dt="2025-12-17T06:34:57.939" v="436"/>
          <ac:graphicFrameMkLst>
            <pc:docMk/>
            <pc:sldMk cId="1251620271" sldId="423"/>
            <ac:graphicFrameMk id="3" creationId="{64297E70-07A8-DA95-5E48-4479C4F89817}"/>
          </ac:graphicFrameMkLst>
        </pc:graphicFrameChg>
        <pc:picChg chg="del">
          <ac:chgData name="Sheshank Srivastava" userId="b4da076b-31ec-412f-b18b-b03b98e087a8" providerId="ADAL" clId="{4ABC8293-2B41-4C00-8E10-B30644DFA040}" dt="2025-12-17T06:34:55.040" v="435" actId="478"/>
          <ac:picMkLst>
            <pc:docMk/>
            <pc:sldMk cId="1251620271" sldId="423"/>
            <ac:picMk id="5" creationId="{8238D884-8AC7-12F9-153F-ECC252DCB4C7}"/>
          </ac:picMkLst>
        </pc:picChg>
        <pc:picChg chg="add mod">
          <ac:chgData name="Sheshank Srivastava" userId="b4da076b-31ec-412f-b18b-b03b98e087a8" providerId="ADAL" clId="{4ABC8293-2B41-4C00-8E10-B30644DFA040}" dt="2025-12-18T05:52:51.434" v="1581" actId="1076"/>
          <ac:picMkLst>
            <pc:docMk/>
            <pc:sldMk cId="1251620271" sldId="423"/>
            <ac:picMk id="6" creationId="{10DF0389-78FF-FABD-DD95-4F9A487EAFC2}"/>
          </ac:picMkLst>
        </pc:picChg>
      </pc:sldChg>
      <pc:sldChg chg="delSp modSp mod modTransition">
        <pc:chgData name="Sheshank Srivastava" userId="b4da076b-31ec-412f-b18b-b03b98e087a8" providerId="ADAL" clId="{4ABC8293-2B41-4C00-8E10-B30644DFA040}" dt="2025-12-18T05:51:59.971" v="1570" actId="1076"/>
        <pc:sldMkLst>
          <pc:docMk/>
          <pc:sldMk cId="752257150" sldId="425"/>
        </pc:sldMkLst>
        <pc:spChg chg="mod">
          <ac:chgData name="Sheshank Srivastava" userId="b4da076b-31ec-412f-b18b-b03b98e087a8" providerId="ADAL" clId="{4ABC8293-2B41-4C00-8E10-B30644DFA040}" dt="2025-12-18T05:51:51.524" v="1568" actId="14100"/>
          <ac:spMkLst>
            <pc:docMk/>
            <pc:sldMk cId="752257150" sldId="425"/>
            <ac:spMk id="4" creationId="{90E56190-59B9-61F0-C42B-6FF304DAED02}"/>
          </ac:spMkLst>
        </pc:spChg>
        <pc:spChg chg="mod">
          <ac:chgData name="Sheshank Srivastava" userId="b4da076b-31ec-412f-b18b-b03b98e087a8" providerId="ADAL" clId="{4ABC8293-2B41-4C00-8E10-B30644DFA040}" dt="2025-12-18T05:51:59.971" v="1570" actId="1076"/>
          <ac:spMkLst>
            <pc:docMk/>
            <pc:sldMk cId="752257150" sldId="425"/>
            <ac:spMk id="6" creationId="{D32C73F9-A373-424B-09E4-BCFA653A8A14}"/>
          </ac:spMkLst>
        </pc:spChg>
        <pc:picChg chg="del">
          <ac:chgData name="Sheshank Srivastava" userId="b4da076b-31ec-412f-b18b-b03b98e087a8" providerId="ADAL" clId="{4ABC8293-2B41-4C00-8E10-B30644DFA040}" dt="2025-12-17T06:48:11.743" v="582" actId="478"/>
          <ac:picMkLst>
            <pc:docMk/>
            <pc:sldMk cId="752257150" sldId="425"/>
            <ac:picMk id="3" creationId="{A28EEB31-D042-B93A-521A-C4C0B68DBC27}"/>
          </ac:picMkLst>
        </pc:picChg>
      </pc:sldChg>
      <pc:sldChg chg="addSp delSp modSp mod modTransition">
        <pc:chgData name="Sheshank Srivastava" userId="b4da076b-31ec-412f-b18b-b03b98e087a8" providerId="ADAL" clId="{4ABC8293-2B41-4C00-8E10-B30644DFA040}" dt="2025-12-18T06:33:07.830" v="1663" actId="478"/>
        <pc:sldMkLst>
          <pc:docMk/>
          <pc:sldMk cId="3536154895" sldId="426"/>
        </pc:sldMkLst>
        <pc:spChg chg="mod">
          <ac:chgData name="Sheshank Srivastava" userId="b4da076b-31ec-412f-b18b-b03b98e087a8" providerId="ADAL" clId="{4ABC8293-2B41-4C00-8E10-B30644DFA040}" dt="2025-12-18T05:44:58.474" v="1556" actId="14100"/>
          <ac:spMkLst>
            <pc:docMk/>
            <pc:sldMk cId="3536154895" sldId="426"/>
            <ac:spMk id="4" creationId="{F1B64CD1-983E-ABDC-9AC6-7B729E177562}"/>
          </ac:spMkLst>
        </pc:spChg>
        <pc:spChg chg="mod">
          <ac:chgData name="Sheshank Srivastava" userId="b4da076b-31ec-412f-b18b-b03b98e087a8" providerId="ADAL" clId="{4ABC8293-2B41-4C00-8E10-B30644DFA040}" dt="2025-12-18T05:45:03.389" v="1557" actId="1076"/>
          <ac:spMkLst>
            <pc:docMk/>
            <pc:sldMk cId="3536154895" sldId="426"/>
            <ac:spMk id="6" creationId="{0D98059C-8B9B-EEE6-D5E1-72D3E93E50EE}"/>
          </ac:spMkLst>
        </pc:spChg>
        <pc:graphicFrameChg chg="add mod">
          <ac:chgData name="Sheshank Srivastava" userId="b4da076b-31ec-412f-b18b-b03b98e087a8" providerId="ADAL" clId="{4ABC8293-2B41-4C00-8E10-B30644DFA040}" dt="2025-12-17T06:08:28.096" v="255"/>
          <ac:graphicFrameMkLst>
            <pc:docMk/>
            <pc:sldMk cId="3536154895" sldId="426"/>
            <ac:graphicFrameMk id="2" creationId="{80A4E0AC-D3DB-54FA-DF16-53F85D84CF78}"/>
          </ac:graphicFrameMkLst>
        </pc:graphicFrameChg>
        <pc:picChg chg="add del mod">
          <ac:chgData name="Sheshank Srivastava" userId="b4da076b-31ec-412f-b18b-b03b98e087a8" providerId="ADAL" clId="{4ABC8293-2B41-4C00-8E10-B30644DFA040}" dt="2025-12-18T06:28:02.959" v="1628" actId="478"/>
          <ac:picMkLst>
            <pc:docMk/>
            <pc:sldMk cId="3536154895" sldId="426"/>
            <ac:picMk id="3" creationId="{E40E4AD9-3972-FCD7-21BA-6ADA93463D56}"/>
          </ac:picMkLst>
        </pc:picChg>
        <pc:picChg chg="add del mod">
          <ac:chgData name="Sheshank Srivastava" userId="b4da076b-31ec-412f-b18b-b03b98e087a8" providerId="ADAL" clId="{4ABC8293-2B41-4C00-8E10-B30644DFA040}" dt="2025-12-18T06:32:07.384" v="1647" actId="478"/>
          <ac:picMkLst>
            <pc:docMk/>
            <pc:sldMk cId="3536154895" sldId="426"/>
            <ac:picMk id="7" creationId="{BDDAA45F-D4B3-0AD1-3FDB-D18510581954}"/>
          </ac:picMkLst>
        </pc:picChg>
        <pc:picChg chg="add del mod">
          <ac:chgData name="Sheshank Srivastava" userId="b4da076b-31ec-412f-b18b-b03b98e087a8" providerId="ADAL" clId="{4ABC8293-2B41-4C00-8E10-B30644DFA040}" dt="2025-12-18T06:32:04.709" v="1646" actId="478"/>
          <ac:picMkLst>
            <pc:docMk/>
            <pc:sldMk cId="3536154895" sldId="426"/>
            <ac:picMk id="9" creationId="{AD1E1E0A-553B-25B1-3A91-AE0EA7BFF333}"/>
          </ac:picMkLst>
        </pc:picChg>
        <pc:picChg chg="add del mod">
          <ac:chgData name="Sheshank Srivastava" userId="b4da076b-31ec-412f-b18b-b03b98e087a8" providerId="ADAL" clId="{4ABC8293-2B41-4C00-8E10-B30644DFA040}" dt="2025-12-18T06:33:07.830" v="1663" actId="478"/>
          <ac:picMkLst>
            <pc:docMk/>
            <pc:sldMk cId="3536154895" sldId="426"/>
            <ac:picMk id="11" creationId="{16CF5571-5E10-6AC6-A253-8755D707B30F}"/>
          </ac:picMkLst>
        </pc:picChg>
        <pc:picChg chg="add del mod">
          <ac:chgData name="Sheshank Srivastava" userId="b4da076b-31ec-412f-b18b-b03b98e087a8" providerId="ADAL" clId="{4ABC8293-2B41-4C00-8E10-B30644DFA040}" dt="2025-12-18T06:33:06.213" v="1662" actId="478"/>
          <ac:picMkLst>
            <pc:docMk/>
            <pc:sldMk cId="3536154895" sldId="426"/>
            <ac:picMk id="13" creationId="{DC99413E-88C8-9440-CC1F-A77EBF340C2C}"/>
          </ac:picMkLst>
        </pc:picChg>
      </pc:sldChg>
      <pc:sldChg chg="del">
        <pc:chgData name="Sheshank Srivastava" userId="b4da076b-31ec-412f-b18b-b03b98e087a8" providerId="ADAL" clId="{4ABC8293-2B41-4C00-8E10-B30644DFA040}" dt="2025-12-17T07:00:41.015" v="640" actId="47"/>
        <pc:sldMkLst>
          <pc:docMk/>
          <pc:sldMk cId="3757596865" sldId="427"/>
        </pc:sldMkLst>
      </pc:sldChg>
      <pc:sldChg chg="del">
        <pc:chgData name="Sheshank Srivastava" userId="b4da076b-31ec-412f-b18b-b03b98e087a8" providerId="ADAL" clId="{4ABC8293-2B41-4C00-8E10-B30644DFA040}" dt="2025-12-17T06:55:59.092" v="620" actId="47"/>
        <pc:sldMkLst>
          <pc:docMk/>
          <pc:sldMk cId="3860405324" sldId="428"/>
        </pc:sldMkLst>
      </pc:sldChg>
      <pc:sldChg chg="del">
        <pc:chgData name="Sheshank Srivastava" userId="b4da076b-31ec-412f-b18b-b03b98e087a8" providerId="ADAL" clId="{4ABC8293-2B41-4C00-8E10-B30644DFA040}" dt="2025-12-17T06:55:56.710" v="619" actId="47"/>
        <pc:sldMkLst>
          <pc:docMk/>
          <pc:sldMk cId="1405964004" sldId="429"/>
        </pc:sldMkLst>
      </pc:sldChg>
      <pc:sldChg chg="addSp delSp modSp mod modTransition">
        <pc:chgData name="Sheshank Srivastava" userId="b4da076b-31ec-412f-b18b-b03b98e087a8" providerId="ADAL" clId="{4ABC8293-2B41-4C00-8E10-B30644DFA040}" dt="2025-12-18T05:44:46.744" v="1554" actId="1076"/>
        <pc:sldMkLst>
          <pc:docMk/>
          <pc:sldMk cId="492237739" sldId="430"/>
        </pc:sldMkLst>
        <pc:spChg chg="mod">
          <ac:chgData name="Sheshank Srivastava" userId="b4da076b-31ec-412f-b18b-b03b98e087a8" providerId="ADAL" clId="{4ABC8293-2B41-4C00-8E10-B30644DFA040}" dt="2025-12-18T05:44:40.433" v="1553" actId="14100"/>
          <ac:spMkLst>
            <pc:docMk/>
            <pc:sldMk cId="492237739" sldId="430"/>
            <ac:spMk id="4" creationId="{C446B90E-0CA9-5488-2B20-1F98CAD46024}"/>
          </ac:spMkLst>
        </pc:spChg>
        <pc:spChg chg="del mod">
          <ac:chgData name="Sheshank Srivastava" userId="b4da076b-31ec-412f-b18b-b03b98e087a8" providerId="ADAL" clId="{4ABC8293-2B41-4C00-8E10-B30644DFA040}" dt="2025-12-17T06:03:18.523" v="92"/>
          <ac:spMkLst>
            <pc:docMk/>
            <pc:sldMk cId="492237739" sldId="430"/>
            <ac:spMk id="6" creationId="{E252BDA6-120F-B523-734C-0AA0C127606C}"/>
          </ac:spMkLst>
        </pc:spChg>
        <pc:graphicFrameChg chg="add mod modGraphic">
          <ac:chgData name="Sheshank Srivastava" userId="b4da076b-31ec-412f-b18b-b03b98e087a8" providerId="ADAL" clId="{4ABC8293-2B41-4C00-8E10-B30644DFA040}" dt="2025-12-18T05:44:46.744" v="1554" actId="1076"/>
          <ac:graphicFrameMkLst>
            <pc:docMk/>
            <pc:sldMk cId="492237739" sldId="430"/>
            <ac:graphicFrameMk id="2" creationId="{6393B606-CFA1-BE57-18DD-728AF765A346}"/>
          </ac:graphicFrameMkLst>
        </pc:graphicFrameChg>
      </pc:sldChg>
      <pc:sldChg chg="modSp mod modTransition">
        <pc:chgData name="Sheshank Srivastava" userId="b4da076b-31ec-412f-b18b-b03b98e087a8" providerId="ADAL" clId="{4ABC8293-2B41-4C00-8E10-B30644DFA040}" dt="2025-12-18T07:32:40.793" v="1908"/>
        <pc:sldMkLst>
          <pc:docMk/>
          <pc:sldMk cId="4017174688" sldId="431"/>
        </pc:sldMkLst>
        <pc:spChg chg="mod">
          <ac:chgData name="Sheshank Srivastava" userId="b4da076b-31ec-412f-b18b-b03b98e087a8" providerId="ADAL" clId="{4ABC8293-2B41-4C00-8E10-B30644DFA040}" dt="2025-12-18T05:43:41.164" v="1544" actId="14100"/>
          <ac:spMkLst>
            <pc:docMk/>
            <pc:sldMk cId="4017174688" sldId="431"/>
            <ac:spMk id="12" creationId="{03D7774E-8A7F-65E1-6533-915CE8CB36F8}"/>
          </ac:spMkLst>
        </pc:spChg>
        <pc:spChg chg="mod">
          <ac:chgData name="Sheshank Srivastava" userId="b4da076b-31ec-412f-b18b-b03b98e087a8" providerId="ADAL" clId="{4ABC8293-2B41-4C00-8E10-B30644DFA040}" dt="2025-12-18T07:32:40.793" v="1908"/>
          <ac:spMkLst>
            <pc:docMk/>
            <pc:sldMk cId="4017174688" sldId="431"/>
            <ac:spMk id="34" creationId="{0C9EEAE1-B032-9566-2A70-F48E0E82504F}"/>
          </ac:spMkLst>
        </pc:spChg>
      </pc:sldChg>
      <pc:sldChg chg="addSp delSp modSp new mod modClrScheme chgLayout">
        <pc:chgData name="Sheshank Srivastava" userId="b4da076b-31ec-412f-b18b-b03b98e087a8" providerId="ADAL" clId="{4ABC8293-2B41-4C00-8E10-B30644DFA040}" dt="2025-12-18T11:29:01.115" v="1913" actId="14100"/>
        <pc:sldMkLst>
          <pc:docMk/>
          <pc:sldMk cId="4050417566" sldId="432"/>
        </pc:sldMkLst>
        <pc:spChg chg="add mod ord">
          <ac:chgData name="Sheshank Srivastava" userId="b4da076b-31ec-412f-b18b-b03b98e087a8" providerId="ADAL" clId="{4ABC8293-2B41-4C00-8E10-B30644DFA040}" dt="2025-12-18T06:35:20.648" v="1686" actId="1076"/>
          <ac:spMkLst>
            <pc:docMk/>
            <pc:sldMk cId="4050417566" sldId="432"/>
            <ac:spMk id="4" creationId="{D9139AE0-0935-3AC5-B558-9623DD8CBAC8}"/>
          </ac:spMkLst>
        </pc:spChg>
        <pc:spChg chg="add del mod">
          <ac:chgData name="Sheshank Srivastava" userId="b4da076b-31ec-412f-b18b-b03b98e087a8" providerId="ADAL" clId="{4ABC8293-2B41-4C00-8E10-B30644DFA040}" dt="2025-12-18T06:34:28.435" v="1674" actId="26606"/>
          <ac:spMkLst>
            <pc:docMk/>
            <pc:sldMk cId="4050417566" sldId="432"/>
            <ac:spMk id="5" creationId="{E13C61C9-520D-8C5B-BE6C-5E29C062D51B}"/>
          </ac:spMkLst>
        </pc:spChg>
        <pc:spChg chg="add del mod">
          <ac:chgData name="Sheshank Srivastava" userId="b4da076b-31ec-412f-b18b-b03b98e087a8" providerId="ADAL" clId="{4ABC8293-2B41-4C00-8E10-B30644DFA040}" dt="2025-12-18T06:34:28.435" v="1674" actId="26606"/>
          <ac:spMkLst>
            <pc:docMk/>
            <pc:sldMk cId="4050417566" sldId="432"/>
            <ac:spMk id="6" creationId="{637CBF4B-A2C3-26C3-6B16-D49F81D76DB3}"/>
          </ac:spMkLst>
        </pc:spChg>
        <pc:spChg chg="add del mod">
          <ac:chgData name="Sheshank Srivastava" userId="b4da076b-31ec-412f-b18b-b03b98e087a8" providerId="ADAL" clId="{4ABC8293-2B41-4C00-8E10-B30644DFA040}" dt="2025-12-18T06:34:28.435" v="1674" actId="26606"/>
          <ac:spMkLst>
            <pc:docMk/>
            <pc:sldMk cId="4050417566" sldId="432"/>
            <ac:spMk id="7" creationId="{BFF96B30-5AEF-EB8B-6932-F11083DEC596}"/>
          </ac:spMkLst>
        </pc:spChg>
        <pc:spChg chg="add del mod">
          <ac:chgData name="Sheshank Srivastava" userId="b4da076b-31ec-412f-b18b-b03b98e087a8" providerId="ADAL" clId="{4ABC8293-2B41-4C00-8E10-B30644DFA040}" dt="2025-12-18T06:34:14.175" v="1671" actId="26606"/>
          <ac:spMkLst>
            <pc:docMk/>
            <pc:sldMk cId="4050417566" sldId="432"/>
            <ac:spMk id="8" creationId="{5B91371E-6F95-7715-0174-EA139B68365F}"/>
          </ac:spMkLst>
        </pc:spChg>
        <pc:spChg chg="add del mod">
          <ac:chgData name="Sheshank Srivastava" userId="b4da076b-31ec-412f-b18b-b03b98e087a8" providerId="ADAL" clId="{4ABC8293-2B41-4C00-8E10-B30644DFA040}" dt="2025-12-18T06:34:28.435" v="1674" actId="26606"/>
          <ac:spMkLst>
            <pc:docMk/>
            <pc:sldMk cId="4050417566" sldId="432"/>
            <ac:spMk id="9" creationId="{C19E4D47-22D2-99F3-3B28-152F2C3AF986}"/>
          </ac:spMkLst>
        </pc:spChg>
        <pc:spChg chg="add del mod">
          <ac:chgData name="Sheshank Srivastava" userId="b4da076b-31ec-412f-b18b-b03b98e087a8" providerId="ADAL" clId="{4ABC8293-2B41-4C00-8E10-B30644DFA040}" dt="2025-12-18T06:34:14.175" v="1671" actId="26606"/>
          <ac:spMkLst>
            <pc:docMk/>
            <pc:sldMk cId="4050417566" sldId="432"/>
            <ac:spMk id="10" creationId="{9AD3FA88-8963-15F5-6516-9921453511E9}"/>
          </ac:spMkLst>
        </pc:spChg>
        <pc:spChg chg="add del mod">
          <ac:chgData name="Sheshank Srivastava" userId="b4da076b-31ec-412f-b18b-b03b98e087a8" providerId="ADAL" clId="{4ABC8293-2B41-4C00-8E10-B30644DFA040}" dt="2025-12-18T06:34:28.435" v="1674" actId="26606"/>
          <ac:spMkLst>
            <pc:docMk/>
            <pc:sldMk cId="4050417566" sldId="432"/>
            <ac:spMk id="11" creationId="{1E3977C0-27A1-02AE-1595-C656F46B9F8F}"/>
          </ac:spMkLst>
        </pc:spChg>
        <pc:spChg chg="add del mod">
          <ac:chgData name="Sheshank Srivastava" userId="b4da076b-31ec-412f-b18b-b03b98e087a8" providerId="ADAL" clId="{4ABC8293-2B41-4C00-8E10-B30644DFA040}" dt="2025-12-18T06:34:14.175" v="1671" actId="26606"/>
          <ac:spMkLst>
            <pc:docMk/>
            <pc:sldMk cId="4050417566" sldId="432"/>
            <ac:spMk id="12" creationId="{A18BFD7C-BBFF-1794-2B7E-3BD316D9F411}"/>
          </ac:spMkLst>
        </pc:spChg>
        <pc:spChg chg="add del mod">
          <ac:chgData name="Sheshank Srivastava" userId="b4da076b-31ec-412f-b18b-b03b98e087a8" providerId="ADAL" clId="{4ABC8293-2B41-4C00-8E10-B30644DFA040}" dt="2025-12-18T06:34:14.175" v="1671" actId="26606"/>
          <ac:spMkLst>
            <pc:docMk/>
            <pc:sldMk cId="4050417566" sldId="432"/>
            <ac:spMk id="14" creationId="{CC642B33-7F0D-43B4-3D08-D30794EBC3C4}"/>
          </ac:spMkLst>
        </pc:spChg>
        <pc:spChg chg="add del mod">
          <ac:chgData name="Sheshank Srivastava" userId="b4da076b-31ec-412f-b18b-b03b98e087a8" providerId="ADAL" clId="{4ABC8293-2B41-4C00-8E10-B30644DFA040}" dt="2025-12-18T06:34:14.175" v="1671" actId="26606"/>
          <ac:spMkLst>
            <pc:docMk/>
            <pc:sldMk cId="4050417566" sldId="432"/>
            <ac:spMk id="16" creationId="{17DA3A9D-2AD8-BEB6-60A1-4A85F54A785E}"/>
          </ac:spMkLst>
        </pc:spChg>
        <pc:picChg chg="add del mod">
          <ac:chgData name="Sheshank Srivastava" userId="b4da076b-31ec-412f-b18b-b03b98e087a8" providerId="ADAL" clId="{4ABC8293-2B41-4C00-8E10-B30644DFA040}" dt="2025-12-18T06:35:51.984" v="1693" actId="478"/>
          <ac:picMkLst>
            <pc:docMk/>
            <pc:sldMk cId="4050417566" sldId="432"/>
            <ac:picMk id="3" creationId="{41D8F17A-5958-40CD-7D8B-927DBE89C465}"/>
          </ac:picMkLst>
        </pc:picChg>
        <pc:picChg chg="add del mod">
          <ac:chgData name="Sheshank Srivastava" userId="b4da076b-31ec-412f-b18b-b03b98e087a8" providerId="ADAL" clId="{4ABC8293-2B41-4C00-8E10-B30644DFA040}" dt="2025-12-18T06:39:45.457" v="1705" actId="478"/>
          <ac:picMkLst>
            <pc:docMk/>
            <pc:sldMk cId="4050417566" sldId="432"/>
            <ac:picMk id="15" creationId="{2F7A97A3-C64E-7F3A-D29D-2A37B43D8734}"/>
          </ac:picMkLst>
        </pc:picChg>
        <pc:picChg chg="add del mod">
          <ac:chgData name="Sheshank Srivastava" userId="b4da076b-31ec-412f-b18b-b03b98e087a8" providerId="ADAL" clId="{4ABC8293-2B41-4C00-8E10-B30644DFA040}" dt="2025-12-18T06:39:47.057" v="1706" actId="478"/>
          <ac:picMkLst>
            <pc:docMk/>
            <pc:sldMk cId="4050417566" sldId="432"/>
            <ac:picMk id="18" creationId="{002DE401-BBD0-9D56-4776-41B5619E5D1A}"/>
          </ac:picMkLst>
        </pc:picChg>
        <pc:picChg chg="add mod">
          <ac:chgData name="Sheshank Srivastava" userId="b4da076b-31ec-412f-b18b-b03b98e087a8" providerId="ADAL" clId="{4ABC8293-2B41-4C00-8E10-B30644DFA040}" dt="2025-12-18T11:29:01.115" v="1913" actId="14100"/>
          <ac:picMkLst>
            <pc:docMk/>
            <pc:sldMk cId="4050417566" sldId="432"/>
            <ac:picMk id="20" creationId="{56A535D3-5C58-55D1-5144-9A576257BBF1}"/>
          </ac:picMkLst>
        </pc:picChg>
        <pc:picChg chg="add mod">
          <ac:chgData name="Sheshank Srivastava" userId="b4da076b-31ec-412f-b18b-b03b98e087a8" providerId="ADAL" clId="{4ABC8293-2B41-4C00-8E10-B30644DFA040}" dt="2025-12-18T11:28:53.122" v="1911" actId="14100"/>
          <ac:picMkLst>
            <pc:docMk/>
            <pc:sldMk cId="4050417566" sldId="432"/>
            <ac:picMk id="22" creationId="{67271856-C127-2925-0900-821BCCBE3D04}"/>
          </ac:picMkLst>
        </pc:picChg>
      </pc:sldChg>
      <pc:sldChg chg="addSp delSp modSp new mod modClrScheme chgLayout">
        <pc:chgData name="Sheshank Srivastava" userId="b4da076b-31ec-412f-b18b-b03b98e087a8" providerId="ADAL" clId="{4ABC8293-2B41-4C00-8E10-B30644DFA040}" dt="2025-12-18T07:03:20.694" v="1782" actId="1076"/>
        <pc:sldMkLst>
          <pc:docMk/>
          <pc:sldMk cId="1397802019" sldId="433"/>
        </pc:sldMkLst>
        <pc:spChg chg="add del mod">
          <ac:chgData name="Sheshank Srivastava" userId="b4da076b-31ec-412f-b18b-b03b98e087a8" providerId="ADAL" clId="{4ABC8293-2B41-4C00-8E10-B30644DFA040}" dt="2025-12-18T06:52:15.562" v="1730" actId="22"/>
          <ac:spMkLst>
            <pc:docMk/>
            <pc:sldMk cId="1397802019" sldId="433"/>
            <ac:spMk id="3" creationId="{1FD7486C-FD77-9CEF-44ED-A8AAA7E434C3}"/>
          </ac:spMkLst>
        </pc:spChg>
        <pc:spChg chg="add mod ord">
          <ac:chgData name="Sheshank Srivastava" userId="b4da076b-31ec-412f-b18b-b03b98e087a8" providerId="ADAL" clId="{4ABC8293-2B41-4C00-8E10-B30644DFA040}" dt="2025-12-18T07:03:11.287" v="1780" actId="1076"/>
          <ac:spMkLst>
            <pc:docMk/>
            <pc:sldMk cId="1397802019" sldId="433"/>
            <ac:spMk id="8" creationId="{2A64D0FD-4EF8-970B-A743-9D7C8933D265}"/>
          </ac:spMkLst>
        </pc:spChg>
        <pc:picChg chg="add mod">
          <ac:chgData name="Sheshank Srivastava" userId="b4da076b-31ec-412f-b18b-b03b98e087a8" providerId="ADAL" clId="{4ABC8293-2B41-4C00-8E10-B30644DFA040}" dt="2025-12-18T07:03:15.797" v="1781" actId="1076"/>
          <ac:picMkLst>
            <pc:docMk/>
            <pc:sldMk cId="1397802019" sldId="433"/>
            <ac:picMk id="5" creationId="{141FAA5B-8AA0-DD7C-A7A9-953C71A1927F}"/>
          </ac:picMkLst>
        </pc:picChg>
        <pc:picChg chg="add mod">
          <ac:chgData name="Sheshank Srivastava" userId="b4da076b-31ec-412f-b18b-b03b98e087a8" providerId="ADAL" clId="{4ABC8293-2B41-4C00-8E10-B30644DFA040}" dt="2025-12-18T07:03:20.694" v="1782" actId="1076"/>
          <ac:picMkLst>
            <pc:docMk/>
            <pc:sldMk cId="1397802019" sldId="433"/>
            <ac:picMk id="7" creationId="{9EA93AC0-8219-9411-67B5-4F84C8DB9206}"/>
          </ac:picMkLst>
        </pc:picChg>
      </pc:sldChg>
      <pc:sldChg chg="addSp delSp modSp new mod modClrScheme chgLayout">
        <pc:chgData name="Sheshank Srivastava" userId="b4da076b-31ec-412f-b18b-b03b98e087a8" providerId="ADAL" clId="{4ABC8293-2B41-4C00-8E10-B30644DFA040}" dt="2025-12-18T07:18:24.724" v="1859" actId="1076"/>
        <pc:sldMkLst>
          <pc:docMk/>
          <pc:sldMk cId="284655080" sldId="434"/>
        </pc:sldMkLst>
        <pc:spChg chg="add mod ord">
          <ac:chgData name="Sheshank Srivastava" userId="b4da076b-31ec-412f-b18b-b03b98e087a8" providerId="ADAL" clId="{4ABC8293-2B41-4C00-8E10-B30644DFA040}" dt="2025-12-18T07:18:21.457" v="1858" actId="1076"/>
          <ac:spMkLst>
            <pc:docMk/>
            <pc:sldMk cId="284655080" sldId="434"/>
            <ac:spMk id="8" creationId="{52625246-46FD-0AAD-6053-BE37FC8117C2}"/>
          </ac:spMkLst>
        </pc:spChg>
        <pc:picChg chg="add del mod">
          <ac:chgData name="Sheshank Srivastava" userId="b4da076b-31ec-412f-b18b-b03b98e087a8" providerId="ADAL" clId="{4ABC8293-2B41-4C00-8E10-B30644DFA040}" dt="2025-12-18T07:08:18.581" v="1786" actId="478"/>
          <ac:picMkLst>
            <pc:docMk/>
            <pc:sldMk cId="284655080" sldId="434"/>
            <ac:picMk id="3" creationId="{6123A172-E257-75DD-3BBF-DE9DC70645AF}"/>
          </ac:picMkLst>
        </pc:picChg>
        <pc:picChg chg="add del mod">
          <ac:chgData name="Sheshank Srivastava" userId="b4da076b-31ec-412f-b18b-b03b98e087a8" providerId="ADAL" clId="{4ABC8293-2B41-4C00-8E10-B30644DFA040}" dt="2025-12-18T07:12:47.481" v="1799" actId="478"/>
          <ac:picMkLst>
            <pc:docMk/>
            <pc:sldMk cId="284655080" sldId="434"/>
            <ac:picMk id="5" creationId="{AB94FDB2-DCD6-9019-2D81-1D2D06DC6F38}"/>
          </ac:picMkLst>
        </pc:picChg>
        <pc:picChg chg="add mod">
          <ac:chgData name="Sheshank Srivastava" userId="b4da076b-31ec-412f-b18b-b03b98e087a8" providerId="ADAL" clId="{4ABC8293-2B41-4C00-8E10-B30644DFA040}" dt="2025-12-18T07:18:24.724" v="1859" actId="1076"/>
          <ac:picMkLst>
            <pc:docMk/>
            <pc:sldMk cId="284655080" sldId="434"/>
            <ac:picMk id="7" creationId="{3DE300A8-8FE1-AA63-DEF2-D8071DC5D184}"/>
          </ac:picMkLst>
        </pc:picChg>
      </pc:sldChg>
      <pc:sldChg chg="addSp modSp new mod modClrScheme chgLayout">
        <pc:chgData name="Sheshank Srivastava" userId="b4da076b-31ec-412f-b18b-b03b98e087a8" providerId="ADAL" clId="{4ABC8293-2B41-4C00-8E10-B30644DFA040}" dt="2025-12-18T07:17:03.908" v="1847" actId="14100"/>
        <pc:sldMkLst>
          <pc:docMk/>
          <pc:sldMk cId="355578064" sldId="435"/>
        </pc:sldMkLst>
        <pc:spChg chg="add mod ord">
          <ac:chgData name="Sheshank Srivastava" userId="b4da076b-31ec-412f-b18b-b03b98e087a8" providerId="ADAL" clId="{4ABC8293-2B41-4C00-8E10-B30644DFA040}" dt="2025-12-18T07:16:57.860" v="1845" actId="1076"/>
          <ac:spMkLst>
            <pc:docMk/>
            <pc:sldMk cId="355578064" sldId="435"/>
            <ac:spMk id="4" creationId="{DDC87812-6D79-4630-4A4E-7F5F74C16E50}"/>
          </ac:spMkLst>
        </pc:spChg>
        <pc:picChg chg="add mod modCrop">
          <ac:chgData name="Sheshank Srivastava" userId="b4da076b-31ec-412f-b18b-b03b98e087a8" providerId="ADAL" clId="{4ABC8293-2B41-4C00-8E10-B30644DFA040}" dt="2025-12-18T07:17:03.908" v="1847" actId="14100"/>
          <ac:picMkLst>
            <pc:docMk/>
            <pc:sldMk cId="355578064" sldId="435"/>
            <ac:picMk id="3" creationId="{0185A095-796F-3E80-92ED-8421AC25DB20}"/>
          </ac:picMkLst>
        </pc:picChg>
      </pc:sldChg>
      <pc:sldChg chg="addSp modSp new mod modClrScheme chgLayout">
        <pc:chgData name="Sheshank Srivastava" userId="b4da076b-31ec-412f-b18b-b03b98e087a8" providerId="ADAL" clId="{4ABC8293-2B41-4C00-8E10-B30644DFA040}" dt="2025-12-18T07:26:51.521" v="1905" actId="14100"/>
        <pc:sldMkLst>
          <pc:docMk/>
          <pc:sldMk cId="1105000989" sldId="436"/>
        </pc:sldMkLst>
        <pc:spChg chg="add mod ord">
          <ac:chgData name="Sheshank Srivastava" userId="b4da076b-31ec-412f-b18b-b03b98e087a8" providerId="ADAL" clId="{4ABC8293-2B41-4C00-8E10-B30644DFA040}" dt="2025-12-18T07:26:35.685" v="1901" actId="20577"/>
          <ac:spMkLst>
            <pc:docMk/>
            <pc:sldMk cId="1105000989" sldId="436"/>
            <ac:spMk id="8" creationId="{BDFB8D18-1E9D-8C42-A5D2-8B4732DEDF5C}"/>
          </ac:spMkLst>
        </pc:spChg>
        <pc:picChg chg="add mod">
          <ac:chgData name="Sheshank Srivastava" userId="b4da076b-31ec-412f-b18b-b03b98e087a8" providerId="ADAL" clId="{4ABC8293-2B41-4C00-8E10-B30644DFA040}" dt="2025-12-18T07:26:39.628" v="1902" actId="1076"/>
          <ac:picMkLst>
            <pc:docMk/>
            <pc:sldMk cId="1105000989" sldId="436"/>
            <ac:picMk id="3" creationId="{585C4BD7-4FDB-413A-AFAE-72CA41C68458}"/>
          </ac:picMkLst>
        </pc:picChg>
        <pc:picChg chg="add mod">
          <ac:chgData name="Sheshank Srivastava" userId="b4da076b-31ec-412f-b18b-b03b98e087a8" providerId="ADAL" clId="{4ABC8293-2B41-4C00-8E10-B30644DFA040}" dt="2025-12-18T07:26:44.675" v="1903" actId="1076"/>
          <ac:picMkLst>
            <pc:docMk/>
            <pc:sldMk cId="1105000989" sldId="436"/>
            <ac:picMk id="5" creationId="{7BB59738-0341-7593-B78E-9EA58A3CB72B}"/>
          </ac:picMkLst>
        </pc:picChg>
        <pc:picChg chg="add mod">
          <ac:chgData name="Sheshank Srivastava" userId="b4da076b-31ec-412f-b18b-b03b98e087a8" providerId="ADAL" clId="{4ABC8293-2B41-4C00-8E10-B30644DFA040}" dt="2025-12-18T07:26:51.521" v="1905" actId="14100"/>
          <ac:picMkLst>
            <pc:docMk/>
            <pc:sldMk cId="1105000989" sldId="436"/>
            <ac:picMk id="7" creationId="{6ADCE94F-751D-7DE2-10F9-208570A7D34B}"/>
          </ac:picMkLst>
        </pc:picChg>
      </pc:sldChg>
      <pc:sldMasterChg chg="modTransition modSldLayout">
        <pc:chgData name="Sheshank Srivastava" userId="b4da076b-31ec-412f-b18b-b03b98e087a8" providerId="ADAL" clId="{4ABC8293-2B41-4C00-8E10-B30644DFA040}" dt="2025-12-17T12:12:31.349" v="1009"/>
        <pc:sldMasterMkLst>
          <pc:docMk/>
          <pc:sldMasterMk cId="3515892240" sldId="2147483658"/>
        </pc:sldMasterMkLst>
        <pc:sldLayoutChg chg="modTransition">
          <pc:chgData name="Sheshank Srivastava" userId="b4da076b-31ec-412f-b18b-b03b98e087a8" providerId="ADAL" clId="{4ABC8293-2B41-4C00-8E10-B30644DFA040}" dt="2025-12-17T12:12:31.349" v="1009"/>
          <pc:sldLayoutMkLst>
            <pc:docMk/>
            <pc:sldMasterMk cId="3515892240" sldId="2147483658"/>
            <pc:sldLayoutMk cId="2027108532" sldId="2147483659"/>
          </pc:sldLayoutMkLst>
        </pc:sldLayoutChg>
        <pc:sldLayoutChg chg="modTransition">
          <pc:chgData name="Sheshank Srivastava" userId="b4da076b-31ec-412f-b18b-b03b98e087a8" providerId="ADAL" clId="{4ABC8293-2B41-4C00-8E10-B30644DFA040}" dt="2025-12-17T12:12:31.349" v="1009"/>
          <pc:sldLayoutMkLst>
            <pc:docMk/>
            <pc:sldMasterMk cId="3515892240" sldId="2147483658"/>
            <pc:sldLayoutMk cId="3073769527" sldId="2147483671"/>
          </pc:sldLayoutMkLst>
        </pc:sldLayoutChg>
        <pc:sldLayoutChg chg="modTransition">
          <pc:chgData name="Sheshank Srivastava" userId="b4da076b-31ec-412f-b18b-b03b98e087a8" providerId="ADAL" clId="{4ABC8293-2B41-4C00-8E10-B30644DFA040}" dt="2025-12-17T12:12:31.349" v="1009"/>
          <pc:sldLayoutMkLst>
            <pc:docMk/>
            <pc:sldMasterMk cId="3515892240" sldId="2147483658"/>
            <pc:sldLayoutMk cId="2357889184" sldId="2147483672"/>
          </pc:sldLayoutMkLst>
        </pc:sldLayoutChg>
        <pc:sldLayoutChg chg="modTransition">
          <pc:chgData name="Sheshank Srivastava" userId="b4da076b-31ec-412f-b18b-b03b98e087a8" providerId="ADAL" clId="{4ABC8293-2B41-4C00-8E10-B30644DFA040}" dt="2025-12-17T12:12:31.349" v="1009"/>
          <pc:sldLayoutMkLst>
            <pc:docMk/>
            <pc:sldMasterMk cId="3515892240" sldId="2147483658"/>
            <pc:sldLayoutMk cId="2065862895" sldId="2147483673"/>
          </pc:sldLayoutMkLst>
        </pc:sldLayoutChg>
        <pc:sldLayoutChg chg="modTransition">
          <pc:chgData name="Sheshank Srivastava" userId="b4da076b-31ec-412f-b18b-b03b98e087a8" providerId="ADAL" clId="{4ABC8293-2B41-4C00-8E10-B30644DFA040}" dt="2025-12-17T12:12:31.349" v="1009"/>
          <pc:sldLayoutMkLst>
            <pc:docMk/>
            <pc:sldMasterMk cId="3515892240" sldId="2147483658"/>
            <pc:sldLayoutMk cId="1447829211" sldId="2147483675"/>
          </pc:sldLayoutMkLst>
        </pc:sldLayoutChg>
        <pc:sldLayoutChg chg="modTransition">
          <pc:chgData name="Sheshank Srivastava" userId="b4da076b-31ec-412f-b18b-b03b98e087a8" providerId="ADAL" clId="{4ABC8293-2B41-4C00-8E10-B30644DFA040}" dt="2025-12-17T12:12:31.349" v="1009"/>
          <pc:sldLayoutMkLst>
            <pc:docMk/>
            <pc:sldMasterMk cId="3515892240" sldId="2147483658"/>
            <pc:sldLayoutMk cId="996362460" sldId="2147483676"/>
          </pc:sldLayoutMkLst>
        </pc:sldLayoutChg>
        <pc:sldLayoutChg chg="modTransition">
          <pc:chgData name="Sheshank Srivastava" userId="b4da076b-31ec-412f-b18b-b03b98e087a8" providerId="ADAL" clId="{4ABC8293-2B41-4C00-8E10-B30644DFA040}" dt="2025-12-17T12:12:31.349" v="1009"/>
          <pc:sldLayoutMkLst>
            <pc:docMk/>
            <pc:sldMasterMk cId="3515892240" sldId="2147483658"/>
            <pc:sldLayoutMk cId="2986155231" sldId="2147483677"/>
          </pc:sldLayoutMkLst>
        </pc:sldLayoutChg>
        <pc:sldLayoutChg chg="modTransition">
          <pc:chgData name="Sheshank Srivastava" userId="b4da076b-31ec-412f-b18b-b03b98e087a8" providerId="ADAL" clId="{4ABC8293-2B41-4C00-8E10-B30644DFA040}" dt="2025-12-17T12:12:31.349" v="1009"/>
          <pc:sldLayoutMkLst>
            <pc:docMk/>
            <pc:sldMasterMk cId="3515892240" sldId="2147483658"/>
            <pc:sldLayoutMk cId="999130720" sldId="2147483682"/>
          </pc:sldLayoutMkLst>
        </pc:sldLayoutChg>
        <pc:sldLayoutChg chg="modTransition">
          <pc:chgData name="Sheshank Srivastava" userId="b4da076b-31ec-412f-b18b-b03b98e087a8" providerId="ADAL" clId="{4ABC8293-2B41-4C00-8E10-B30644DFA040}" dt="2025-12-17T12:12:31.349" v="1009"/>
          <pc:sldLayoutMkLst>
            <pc:docMk/>
            <pc:sldMasterMk cId="3515892240" sldId="2147483658"/>
            <pc:sldLayoutMk cId="3401310734" sldId="2147483684"/>
          </pc:sldLayoutMkLst>
        </pc:sldLayoutChg>
        <pc:sldLayoutChg chg="modTransition">
          <pc:chgData name="Sheshank Srivastava" userId="b4da076b-31ec-412f-b18b-b03b98e087a8" providerId="ADAL" clId="{4ABC8293-2B41-4C00-8E10-B30644DFA040}" dt="2025-12-17T12:12:31.349" v="1009"/>
          <pc:sldLayoutMkLst>
            <pc:docMk/>
            <pc:sldMasterMk cId="3515892240" sldId="2147483658"/>
            <pc:sldLayoutMk cId="2550425395" sldId="2147483685"/>
          </pc:sldLayoutMkLst>
        </pc:sldLayoutChg>
        <pc:sldLayoutChg chg="modTransition">
          <pc:chgData name="Sheshank Srivastava" userId="b4da076b-31ec-412f-b18b-b03b98e087a8" providerId="ADAL" clId="{4ABC8293-2B41-4C00-8E10-B30644DFA040}" dt="2025-12-17T12:12:31.349" v="1009"/>
          <pc:sldLayoutMkLst>
            <pc:docMk/>
            <pc:sldMasterMk cId="3515892240" sldId="2147483658"/>
            <pc:sldLayoutMk cId="4227948718" sldId="2147483688"/>
          </pc:sldLayoutMkLst>
        </pc:sldLayoutChg>
        <pc:sldLayoutChg chg="modTransition">
          <pc:chgData name="Sheshank Srivastava" userId="b4da076b-31ec-412f-b18b-b03b98e087a8" providerId="ADAL" clId="{4ABC8293-2B41-4C00-8E10-B30644DFA040}" dt="2025-12-17T12:12:31.349" v="1009"/>
          <pc:sldLayoutMkLst>
            <pc:docMk/>
            <pc:sldMasterMk cId="3515892240" sldId="2147483658"/>
            <pc:sldLayoutMk cId="306013587" sldId="2147483692"/>
          </pc:sldLayoutMkLst>
        </pc:sldLayoutChg>
        <pc:sldLayoutChg chg="modTransition">
          <pc:chgData name="Sheshank Srivastava" userId="b4da076b-31ec-412f-b18b-b03b98e087a8" providerId="ADAL" clId="{4ABC8293-2B41-4C00-8E10-B30644DFA040}" dt="2025-12-17T12:12:31.349" v="1009"/>
          <pc:sldLayoutMkLst>
            <pc:docMk/>
            <pc:sldMasterMk cId="3515892240" sldId="2147483658"/>
            <pc:sldLayoutMk cId="4093066419" sldId="2147483693"/>
          </pc:sldLayoutMkLst>
        </pc:sldLayoutChg>
        <pc:sldLayoutChg chg="modTransition">
          <pc:chgData name="Sheshank Srivastava" userId="b4da076b-31ec-412f-b18b-b03b98e087a8" providerId="ADAL" clId="{4ABC8293-2B41-4C00-8E10-B30644DFA040}" dt="2025-12-17T12:12:31.349" v="1009"/>
          <pc:sldLayoutMkLst>
            <pc:docMk/>
            <pc:sldMasterMk cId="3515892240" sldId="2147483658"/>
            <pc:sldLayoutMk cId="273261422" sldId="2147483694"/>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6D13E5-4CEC-3A4A-8E5D-AFCEE7512EEC}" type="slidenum">
              <a:t>‹#›</a:t>
            </a:fld>
            <a:endParaRPr lang="en-US"/>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12/18/2025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Hey everyone, Good morning and good evening to you all. I sincerely want to thank you all for taking time to attend this session and Programmers.io to provide me the opportunity to share my knowledge with you all today. I hope you will be able to learn something valuable from this session. I’ll try my best to simplify things wherever it is required.</a:t>
            </a:r>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a:p>
        </p:txBody>
      </p:sp>
    </p:spTree>
    <p:extLst>
      <p:ext uri="{BB962C8B-B14F-4D97-AF65-F5344CB8AC3E}">
        <p14:creationId xmlns:p14="http://schemas.microsoft.com/office/powerpoint/2010/main" val="20966351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So, let’s hop on to our agenda for this session. I’ll be starting with VS Code introduction where we will be learning about the popular code editor’s history and basics. Then I will be walking you all through the Code for IBM I extension, it’s installation, setting up profiles, how to use the object browser to manage sources. I will also be show-casing few examples for that. Later in the session, I will be talking about predefined actions available with the extension. We can also define custom actions, so will be talking about how to manage them. Close to the session end, there will be short introduction about debugging your programs, running SQL and IFS browser. At the end of the session, I’ll be taking any questions you guys may have.</a:t>
            </a:r>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a:p>
        </p:txBody>
      </p:sp>
    </p:spTree>
    <p:extLst>
      <p:ext uri="{BB962C8B-B14F-4D97-AF65-F5344CB8AC3E}">
        <p14:creationId xmlns:p14="http://schemas.microsoft.com/office/powerpoint/2010/main" val="886033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So, let’s hop on to our agenda for this session. I’ll be starting with VS Code introduction where we will be learning about the popular code editor’s history and basics. Then I will be walking you all through the Code for IBM I extension, it’s installation, setting up profiles, how to use the object browser to manage sources. I will also be show-casing few examples for that. Later in the session, I will be talking about predefined actions available with the extension. We can also define custom actions, so will be talking about how to manage them. Close to the session end, there will be short introduction about debugging your programs, running SQL and IFS browser. At the end of the session, I’ll be taking any questions you guys may have.</a:t>
            </a:r>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a:p>
        </p:txBody>
      </p:sp>
    </p:spTree>
    <p:extLst>
      <p:ext uri="{BB962C8B-B14F-4D97-AF65-F5344CB8AC3E}">
        <p14:creationId xmlns:p14="http://schemas.microsoft.com/office/powerpoint/2010/main" val="886033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So, first thing first, VS Code – a code editor or IDE that is open-source and has a very nice UI that a lot of developers like. Well, I personally did not ask every developer of their favourite code editor but there is a well-regarded consensus among the developer community. As any other IDE, VS Code support a ton of customizations, code completion, syntax highlighting, snippets, has a robust source control mechanism through git. It also supports various file types for your code and scripting, be it Java script or Python or any other language. Out of the box, VS Code does not support IBM I environment. But fret not, there is a solution available for that!</a:t>
            </a:r>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a:p>
        </p:txBody>
      </p:sp>
    </p:spTree>
    <p:extLst>
      <p:ext uri="{BB962C8B-B14F-4D97-AF65-F5344CB8AC3E}">
        <p14:creationId xmlns:p14="http://schemas.microsoft.com/office/powerpoint/2010/main" val="2376238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9CD14-AF79-27EC-7E3B-AD9C046C09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4444BA-5EEA-75C9-BF1B-C49F9D3230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67143-936F-D89C-2180-3D2045E73F06}"/>
              </a:ext>
            </a:extLst>
          </p:cNvPr>
          <p:cNvSpPr>
            <a:spLocks noGrp="1"/>
          </p:cNvSpPr>
          <p:nvPr>
            <p:ph type="body" idx="1"/>
          </p:nvPr>
        </p:nvSpPr>
        <p:spPr/>
        <p:txBody>
          <a:bodyPr/>
          <a:lstStyle/>
          <a:p>
            <a:r>
              <a:rPr lang="en-IN"/>
              <a:t>Read and showcase</a:t>
            </a:r>
          </a:p>
        </p:txBody>
      </p:sp>
      <p:sp>
        <p:nvSpPr>
          <p:cNvPr id="4" name="Slide Number Placeholder 3">
            <a:extLst>
              <a:ext uri="{FF2B5EF4-FFF2-40B4-BE49-F238E27FC236}">
                <a16:creationId xmlns:a16="http://schemas.microsoft.com/office/drawing/2014/main" id="{1A5C9CA6-5283-9CD2-D704-B271309398D7}"/>
              </a:ext>
            </a:extLst>
          </p:cNvPr>
          <p:cNvSpPr>
            <a:spLocks noGrp="1"/>
          </p:cNvSpPr>
          <p:nvPr>
            <p:ph type="sldNum" sz="quarter" idx="5"/>
          </p:nvPr>
        </p:nvSpPr>
        <p:spPr/>
        <p:txBody>
          <a:bodyPr/>
          <a:lstStyle/>
          <a:p>
            <a:fld id="{A89C7E07-3C67-C64C-8DA0-0404F6303970}" type="slidenum">
              <a:rPr lang="en-US" smtClean="0"/>
              <a:t>5</a:t>
            </a:fld>
            <a:endParaRPr lang="en-US"/>
          </a:p>
        </p:txBody>
      </p:sp>
    </p:spTree>
    <p:extLst>
      <p:ext uri="{BB962C8B-B14F-4D97-AF65-F5344CB8AC3E}">
        <p14:creationId xmlns:p14="http://schemas.microsoft.com/office/powerpoint/2010/main" val="1059724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EA965-A191-11DD-11A8-B2CCE2387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5AD663-C916-E814-1C1D-5A2AD7D259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7AA135-C01A-AA65-AE50-BC949ACA800F}"/>
              </a:ext>
            </a:extLst>
          </p:cNvPr>
          <p:cNvSpPr>
            <a:spLocks noGrp="1"/>
          </p:cNvSpPr>
          <p:nvPr>
            <p:ph type="body" idx="1"/>
          </p:nvPr>
        </p:nvSpPr>
        <p:spPr/>
        <p:txBody>
          <a:bodyPr/>
          <a:lstStyle/>
          <a:p>
            <a:r>
              <a:rPr lang="en-IN"/>
              <a:t>Read and showcase</a:t>
            </a:r>
          </a:p>
        </p:txBody>
      </p:sp>
      <p:sp>
        <p:nvSpPr>
          <p:cNvPr id="4" name="Slide Number Placeholder 3">
            <a:extLst>
              <a:ext uri="{FF2B5EF4-FFF2-40B4-BE49-F238E27FC236}">
                <a16:creationId xmlns:a16="http://schemas.microsoft.com/office/drawing/2014/main" id="{81CEF192-DC5E-51A9-F5CF-F9B536A29DE3}"/>
              </a:ext>
            </a:extLst>
          </p:cNvPr>
          <p:cNvSpPr>
            <a:spLocks noGrp="1"/>
          </p:cNvSpPr>
          <p:nvPr>
            <p:ph type="sldNum" sz="quarter" idx="5"/>
          </p:nvPr>
        </p:nvSpPr>
        <p:spPr/>
        <p:txBody>
          <a:bodyPr/>
          <a:lstStyle/>
          <a:p>
            <a:fld id="{A89C7E07-3C67-C64C-8DA0-0404F6303970}" type="slidenum">
              <a:rPr lang="en-US" smtClean="0"/>
              <a:t>7</a:t>
            </a:fld>
            <a:endParaRPr lang="en-US"/>
          </a:p>
        </p:txBody>
      </p:sp>
    </p:spTree>
    <p:extLst>
      <p:ext uri="{BB962C8B-B14F-4D97-AF65-F5344CB8AC3E}">
        <p14:creationId xmlns:p14="http://schemas.microsoft.com/office/powerpoint/2010/main" val="382289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Copying and downloading the code to your local system is a lot easier through VS code. You can view a lot more code in VS Code than SEU, so dry run is easier. You can even expand or collapse different code blocks to hide or show code. For fixed-format RPGLE, the extension provides the column assist feature to make maintaining old code easier. </a:t>
            </a:r>
          </a:p>
        </p:txBody>
      </p:sp>
      <p:sp>
        <p:nvSpPr>
          <p:cNvPr id="4" name="Slide Number Placeholder 3"/>
          <p:cNvSpPr>
            <a:spLocks noGrp="1"/>
          </p:cNvSpPr>
          <p:nvPr>
            <p:ph type="sldNum" sz="quarter" idx="5"/>
          </p:nvPr>
        </p:nvSpPr>
        <p:spPr/>
        <p:txBody>
          <a:bodyPr/>
          <a:lstStyle/>
          <a:p>
            <a:fld id="{A89C7E07-3C67-C64C-8DA0-0404F6303970}" type="slidenum">
              <a:rPr lang="en-US" smtClean="0"/>
              <a:t>9</a:t>
            </a:fld>
            <a:endParaRPr lang="en-US"/>
          </a:p>
        </p:txBody>
      </p:sp>
    </p:spTree>
    <p:extLst>
      <p:ext uri="{BB962C8B-B14F-4D97-AF65-F5344CB8AC3E}">
        <p14:creationId xmlns:p14="http://schemas.microsoft.com/office/powerpoint/2010/main" val="30014528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So let’s hope on to VS code and install the full development pack. For the extension to work, your IBM I server must have a SSH server up and running. </a:t>
            </a:r>
          </a:p>
        </p:txBody>
      </p:sp>
      <p:sp>
        <p:nvSpPr>
          <p:cNvPr id="4" name="Slide Number Placeholder 3"/>
          <p:cNvSpPr>
            <a:spLocks noGrp="1"/>
          </p:cNvSpPr>
          <p:nvPr>
            <p:ph type="sldNum" sz="quarter" idx="5"/>
          </p:nvPr>
        </p:nvSpPr>
        <p:spPr/>
        <p:txBody>
          <a:bodyPr/>
          <a:lstStyle/>
          <a:p>
            <a:fld id="{A89C7E07-3C67-C64C-8DA0-0404F6303970}" type="slidenum">
              <a:rPr lang="en-US" smtClean="0"/>
              <a:t>10</a:t>
            </a:fld>
            <a:endParaRPr lang="en-US"/>
          </a:p>
        </p:txBody>
      </p:sp>
    </p:spTree>
    <p:extLst>
      <p:ext uri="{BB962C8B-B14F-4D97-AF65-F5344CB8AC3E}">
        <p14:creationId xmlns:p14="http://schemas.microsoft.com/office/powerpoint/2010/main" val="17602222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Read and showcase</a:t>
            </a:r>
          </a:p>
        </p:txBody>
      </p:sp>
      <p:sp>
        <p:nvSpPr>
          <p:cNvPr id="4" name="Slide Number Placeholder 3"/>
          <p:cNvSpPr>
            <a:spLocks noGrp="1"/>
          </p:cNvSpPr>
          <p:nvPr>
            <p:ph type="sldNum" sz="quarter" idx="5"/>
          </p:nvPr>
        </p:nvSpPr>
        <p:spPr/>
        <p:txBody>
          <a:bodyPr/>
          <a:lstStyle/>
          <a:p>
            <a:fld id="{A89C7E07-3C67-C64C-8DA0-0404F6303970}" type="slidenum">
              <a:rPr lang="en-US" smtClean="0"/>
              <a:t>11</a:t>
            </a:fld>
            <a:endParaRPr lang="en-US"/>
          </a:p>
        </p:txBody>
      </p:sp>
    </p:spTree>
    <p:extLst>
      <p:ext uri="{BB962C8B-B14F-4D97-AF65-F5344CB8AC3E}">
        <p14:creationId xmlns:p14="http://schemas.microsoft.com/office/powerpoint/2010/main" val="32258639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Before moving to source edit view, there are few considerations that we will have to keep in mind. Source dates when enabled does not play well with QCCSID 65535 and you can encounter issues while browsing source files. </a:t>
            </a:r>
          </a:p>
          <a:p>
            <a:r>
              <a:rPr lang="en-IN"/>
              <a:t>When source dates are enabled, there are two modes available to us. Edit mode – When a line is changed the source date will be updated, you can not undo a change made. In diff mode, source comparison is performed between before and after image. You can undo/redo last change.</a:t>
            </a:r>
          </a:p>
        </p:txBody>
      </p:sp>
      <p:sp>
        <p:nvSpPr>
          <p:cNvPr id="4" name="Slide Number Placeholder 3"/>
          <p:cNvSpPr>
            <a:spLocks noGrp="1"/>
          </p:cNvSpPr>
          <p:nvPr>
            <p:ph type="sldNum" sz="quarter" idx="5"/>
          </p:nvPr>
        </p:nvSpPr>
        <p:spPr/>
        <p:txBody>
          <a:bodyPr/>
          <a:lstStyle/>
          <a:p>
            <a:fld id="{A89C7E07-3C67-C64C-8DA0-0404F6303970}" type="slidenum">
              <a:rPr lang="en-US" smtClean="0"/>
              <a:t>13</a:t>
            </a:fld>
            <a:endParaRPr lang="en-US"/>
          </a:p>
        </p:txBody>
      </p:sp>
    </p:spTree>
    <p:extLst>
      <p:ext uri="{BB962C8B-B14F-4D97-AF65-F5344CB8AC3E}">
        <p14:creationId xmlns:p14="http://schemas.microsoft.com/office/powerpoint/2010/main" val="741826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6C251-EACC-04EC-AC4C-6A0ADAC9F4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3E40B3-3169-C0AD-D374-F37FD9F7FB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8140D6-7B2B-6EDA-D894-2240F68801BC}"/>
              </a:ext>
            </a:extLst>
          </p:cNvPr>
          <p:cNvSpPr>
            <a:spLocks noGrp="1"/>
          </p:cNvSpPr>
          <p:nvPr>
            <p:ph type="body" idx="1"/>
          </p:nvPr>
        </p:nvSpPr>
        <p:spPr/>
        <p:txBody>
          <a:bodyPr/>
          <a:lstStyle/>
          <a:p>
            <a:r>
              <a:rPr lang="en-IN"/>
              <a:t>Read and showcase</a:t>
            </a:r>
          </a:p>
        </p:txBody>
      </p:sp>
      <p:sp>
        <p:nvSpPr>
          <p:cNvPr id="4" name="Slide Number Placeholder 3">
            <a:extLst>
              <a:ext uri="{FF2B5EF4-FFF2-40B4-BE49-F238E27FC236}">
                <a16:creationId xmlns:a16="http://schemas.microsoft.com/office/drawing/2014/main" id="{169E3213-6DEF-A043-5B0A-30A44BB5964F}"/>
              </a:ext>
            </a:extLst>
          </p:cNvPr>
          <p:cNvSpPr>
            <a:spLocks noGrp="1"/>
          </p:cNvSpPr>
          <p:nvPr>
            <p:ph type="sldNum" sz="quarter" idx="5"/>
          </p:nvPr>
        </p:nvSpPr>
        <p:spPr/>
        <p:txBody>
          <a:bodyPr/>
          <a:lstStyle/>
          <a:p>
            <a:fld id="{A89C7E07-3C67-C64C-8DA0-0404F6303970}" type="slidenum">
              <a:rPr lang="en-US" smtClean="0"/>
              <a:t>15</a:t>
            </a:fld>
            <a:endParaRPr lang="en-US"/>
          </a:p>
        </p:txBody>
      </p:sp>
    </p:spTree>
    <p:extLst>
      <p:ext uri="{BB962C8B-B14F-4D97-AF65-F5344CB8AC3E}">
        <p14:creationId xmlns:p14="http://schemas.microsoft.com/office/powerpoint/2010/main" val="6426176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So let’s hope on to VS code and install the full development pack. For the extension to work, your IBM I server must have a SSH server up and running. </a:t>
            </a:r>
          </a:p>
        </p:txBody>
      </p:sp>
      <p:sp>
        <p:nvSpPr>
          <p:cNvPr id="4" name="Slide Number Placeholder 3"/>
          <p:cNvSpPr>
            <a:spLocks noGrp="1"/>
          </p:cNvSpPr>
          <p:nvPr>
            <p:ph type="sldNum" sz="quarter" idx="5"/>
          </p:nvPr>
        </p:nvSpPr>
        <p:spPr/>
        <p:txBody>
          <a:bodyPr/>
          <a:lstStyle/>
          <a:p>
            <a:fld id="{A89C7E07-3C67-C64C-8DA0-0404F6303970}" type="slidenum">
              <a:rPr lang="en-US" smtClean="0"/>
              <a:t>17</a:t>
            </a:fld>
            <a:endParaRPr lang="en-US"/>
          </a:p>
        </p:txBody>
      </p:sp>
    </p:spTree>
    <p:extLst>
      <p:ext uri="{BB962C8B-B14F-4D97-AF65-F5344CB8AC3E}">
        <p14:creationId xmlns:p14="http://schemas.microsoft.com/office/powerpoint/2010/main" val="41330678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p:nvPr>
        </p:nvSpPr>
        <p:spPr>
          <a:xfrm>
            <a:off x="305619" y="131976"/>
            <a:ext cx="5491571" cy="2772362"/>
          </a:xfrm>
          <a:prstGeom prst="rect">
            <a:avLst/>
          </a:prstGeom>
        </p:spPr>
        <p:txBody>
          <a:bodyPr lIns="0" tIns="0" rIns="0" bIns="0" anchor="b">
            <a:noAutofit/>
          </a:bodyPr>
          <a:lstStyle>
            <a:lvl1pPr algn="l">
              <a:defRPr sz="6000" b="1" i="0" spc="100" baseline="0">
                <a:solidFill>
                  <a:schemeClr val="bg1"/>
                </a:solidFill>
                <a:latin typeface="+mj-lt"/>
              </a:defRPr>
            </a:lvl1pPr>
          </a:lstStyle>
          <a:p>
            <a:r>
              <a:rPr lang="en-US"/>
              <a:t>Click to edit Master title style</a:t>
            </a:r>
          </a:p>
        </p:txBody>
      </p:sp>
      <p:grpSp>
        <p:nvGrpSpPr>
          <p:cNvPr id="9" name="Group 8">
            <a:extLst>
              <a:ext uri="{FF2B5EF4-FFF2-40B4-BE49-F238E27FC236}">
                <a16:creationId xmlns:a16="http://schemas.microsoft.com/office/drawing/2014/main" id="{C26C18C3-ED25-DD4B-BA72-24932D54DE37}"/>
              </a:ext>
            </a:extLst>
          </p:cNvPr>
          <p:cNvGrpSpPr>
            <a:grpSpLocks/>
          </p:cNvGrpSpPr>
          <p:nvPr userDrawn="1"/>
        </p:nvGrpSpPr>
        <p:grpSpPr bwMode="auto">
          <a:xfrm flipH="1">
            <a:off x="8795314" y="3279541"/>
            <a:ext cx="3396686" cy="3578459"/>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 name="Group 2">
            <a:extLst>
              <a:ext uri="{FF2B5EF4-FFF2-40B4-BE49-F238E27FC236}">
                <a16:creationId xmlns:a16="http://schemas.microsoft.com/office/drawing/2014/main" id="{7E33E16B-282A-A00D-4131-C16F70C1F542}"/>
              </a:ext>
            </a:extLst>
          </p:cNvPr>
          <p:cNvGrpSpPr/>
          <p:nvPr userDrawn="1"/>
        </p:nvGrpSpPr>
        <p:grpSpPr>
          <a:xfrm>
            <a:off x="305619" y="5851503"/>
            <a:ext cx="4263651" cy="838984"/>
            <a:chOff x="443060" y="2837469"/>
            <a:chExt cx="4509651" cy="887806"/>
          </a:xfrm>
        </p:grpSpPr>
        <p:sp>
          <p:nvSpPr>
            <p:cNvPr id="4" name="Rectangle 3">
              <a:extLst>
                <a:ext uri="{FF2B5EF4-FFF2-40B4-BE49-F238E27FC236}">
                  <a16:creationId xmlns:a16="http://schemas.microsoft.com/office/drawing/2014/main" id="{73FE0608-0CEF-BD15-2059-99BAB2E044D8}"/>
                </a:ext>
              </a:extLst>
            </p:cNvPr>
            <p:cNvSpPr/>
            <p:nvPr/>
          </p:nvSpPr>
          <p:spPr>
            <a:xfrm>
              <a:off x="443060" y="2837469"/>
              <a:ext cx="4330541" cy="518474"/>
            </a:xfrm>
            <a:prstGeom prst="rect">
              <a:avLst/>
            </a:prstGeom>
            <a:blipFill>
              <a:blip r:embed="rId2">
                <a:extLst>
                  <a:ext uri="{96DAC541-7B7A-43D3-8B79-37D633B846F1}">
                    <asvg:svgBlip xmlns:asvg="http://schemas.microsoft.com/office/drawing/2016/SVG/main" r:embed="rId3"/>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7206699-459A-42A8-13DA-AA8C0BBA6D29}"/>
                </a:ext>
              </a:extLst>
            </p:cNvPr>
            <p:cNvSpPr txBox="1"/>
            <p:nvPr/>
          </p:nvSpPr>
          <p:spPr>
            <a:xfrm>
              <a:off x="622170" y="3355943"/>
              <a:ext cx="4330541" cy="369332"/>
            </a:xfrm>
            <a:prstGeom prst="rect">
              <a:avLst/>
            </a:prstGeom>
            <a:noFill/>
          </p:spPr>
          <p:txBody>
            <a:bodyPr wrap="square" rtlCol="0">
              <a:spAutoFit/>
            </a:bodyPr>
            <a:lstStyle/>
            <a:p>
              <a:pPr marL="0" indent="0">
                <a:buNone/>
              </a:pPr>
              <a:r>
                <a:rPr lang="en-IN" spc="600">
                  <a:solidFill>
                    <a:schemeClr val="bg1">
                      <a:alpha val="44000"/>
                    </a:schemeClr>
                  </a:solidFill>
                </a:rPr>
                <a:t>YOUR EXTENDED TEAM</a:t>
              </a:r>
            </a:p>
          </p:txBody>
        </p:sp>
      </p:grp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C26C18C3-ED25-DD4B-BA72-24932D54DE37}"/>
              </a:ext>
            </a:extLst>
          </p:cNvPr>
          <p:cNvGrpSpPr>
            <a:grpSpLocks/>
          </p:cNvGrpSpPr>
          <p:nvPr userDrawn="1"/>
        </p:nvGrpSpPr>
        <p:grpSpPr bwMode="auto">
          <a:xfrm flipH="1">
            <a:off x="8795314" y="3279541"/>
            <a:ext cx="3396686" cy="3578459"/>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Tree>
    <p:extLst>
      <p:ext uri="{BB962C8B-B14F-4D97-AF65-F5344CB8AC3E}">
        <p14:creationId xmlns:p14="http://schemas.microsoft.com/office/powerpoint/2010/main" val="273261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spc="50" baseline="0">
                <a:latin typeface="+mj-lt"/>
              </a:defRPr>
            </a:lvl1pPr>
          </a:lstStyle>
          <a:p>
            <a:r>
              <a:rPr lang="en-US"/>
              <a:t>Click to edit Master title style</a:t>
            </a:r>
          </a:p>
        </p:txBody>
      </p:sp>
      <p:cxnSp>
        <p:nvCxnSpPr>
          <p:cNvPr id="13" name="Straight Connector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Text Placeholder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5" name="Text Placeholder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16" name="Straight Connector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Text Placeholder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8" name="Text Placeholder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0" name="Straight Connector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Text Placeholder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2" name="Text Placeholder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3" name="Straight Connector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Text Placeholder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5" name="Text Placeholder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6" name="Straight Connector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Text Placeholder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8" name="Text Placeholder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2" name="Date Placeholder 1">
            <a:extLst>
              <a:ext uri="{FF2B5EF4-FFF2-40B4-BE49-F238E27FC236}">
                <a16:creationId xmlns:a16="http://schemas.microsoft.com/office/drawing/2014/main" id="{62655503-4608-4F79-A5D4-B2F67958F263}"/>
              </a:ext>
            </a:extLst>
          </p:cNvPr>
          <p:cNvSpPr>
            <a:spLocks noGrp="1"/>
          </p:cNvSpPr>
          <p:nvPr>
            <p:ph type="dt" sz="half" idx="25"/>
          </p:nvPr>
        </p:nvSpPr>
        <p:spPr/>
        <p:txBody>
          <a:bodyPr/>
          <a:lstStyle/>
          <a:p>
            <a:fld id="{6FCA8E82-58CD-E045-8B98-B7A85B79B752}" type="datetime4">
              <a:rPr lang="en-US" smtClean="0"/>
              <a:pPr/>
              <a:t>December 18, 2025</a:t>
            </a:fld>
            <a:endParaRPr lang="en-US">
              <a:latin typeface="+mn-lt"/>
            </a:endParaRPr>
          </a:p>
        </p:txBody>
      </p:sp>
      <p:sp>
        <p:nvSpPr>
          <p:cNvPr id="3" name="Footer Placeholder 2">
            <a:extLst>
              <a:ext uri="{FF2B5EF4-FFF2-40B4-BE49-F238E27FC236}">
                <a16:creationId xmlns:a16="http://schemas.microsoft.com/office/drawing/2014/main" id="{9DAFA395-FE4C-4A99-A74E-57757D8473E1}"/>
              </a:ext>
            </a:extLst>
          </p:cNvPr>
          <p:cNvSpPr>
            <a:spLocks noGrp="1"/>
          </p:cNvSpPr>
          <p:nvPr>
            <p:ph type="ftr" sz="quarter" idx="26"/>
          </p:nvPr>
        </p:nvSpPr>
        <p:spPr/>
        <p:txBody>
          <a:bodyPr/>
          <a:lstStyle/>
          <a:p>
            <a:r>
              <a:rPr lang="en-US"/>
              <a:t>Annual Review</a:t>
            </a:r>
            <a:endParaRPr lang="en-US" b="0"/>
          </a:p>
        </p:txBody>
      </p:sp>
      <p:sp>
        <p:nvSpPr>
          <p:cNvPr id="4" name="Slide Number Placeholder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a:lstStyle/>
          <a:p>
            <a:fld id="{294A09A9-5501-47C1-A89A-A340965A2BE2}" type="slidenum">
              <a:rPr lang="en-US" smtClean="0"/>
              <a:pPr/>
              <a:t>‹#›</a:t>
            </a:fld>
            <a:endParaRPr lang="en-US">
              <a:latin typeface="+mn-lt"/>
            </a:endParaRPr>
          </a:p>
        </p:txBody>
      </p:sp>
    </p:spTree>
    <p:extLst>
      <p:ext uri="{BB962C8B-B14F-4D97-AF65-F5344CB8AC3E}">
        <p14:creationId xmlns:p14="http://schemas.microsoft.com/office/powerpoint/2010/main" val="4093066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reeform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6" name="Freeform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9" name="Freeform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4" name="Picture Placeholder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a:lstStyle/>
          <a:p>
            <a:r>
              <a:rPr lang="en-US"/>
              <a:t>Click icon to add picture</a:t>
            </a:r>
          </a:p>
        </p:txBody>
      </p:sp>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p>
        </p:txBody>
      </p:sp>
      <p:cxnSp>
        <p:nvCxnSpPr>
          <p:cNvPr id="17" name="Straight Connector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 name="Date Placeholder 1">
            <a:extLst>
              <a:ext uri="{FF2B5EF4-FFF2-40B4-BE49-F238E27FC236}">
                <a16:creationId xmlns:a16="http://schemas.microsoft.com/office/drawing/2014/main" id="{CA64E0B3-57C5-4DAF-8531-F39610E77C09}"/>
              </a:ext>
            </a:extLst>
          </p:cNvPr>
          <p:cNvSpPr>
            <a:spLocks noGrp="1"/>
          </p:cNvSpPr>
          <p:nvPr>
            <p:ph type="dt" sz="half" idx="14"/>
          </p:nvPr>
        </p:nvSpPr>
        <p:spPr/>
        <p:txBody>
          <a:bodyPr/>
          <a:lstStyle/>
          <a:p>
            <a:fld id="{6FCA8E82-58CD-E045-8B98-B7A85B79B752}" type="datetime4">
              <a:rPr lang="en-US" smtClean="0"/>
              <a:pPr/>
              <a:t>December 18, 2025</a:t>
            </a:fld>
            <a:endParaRPr lang="en-US">
              <a:latin typeface="+mn-lt"/>
            </a:endParaRPr>
          </a:p>
        </p:txBody>
      </p:sp>
      <p:sp>
        <p:nvSpPr>
          <p:cNvPr id="3" name="Footer Placeholder 2">
            <a:extLst>
              <a:ext uri="{FF2B5EF4-FFF2-40B4-BE49-F238E27FC236}">
                <a16:creationId xmlns:a16="http://schemas.microsoft.com/office/drawing/2014/main" id="{B7E0EC46-C626-4D58-AB64-0B3B850D1482}"/>
              </a:ext>
            </a:extLst>
          </p:cNvPr>
          <p:cNvSpPr>
            <a:spLocks noGrp="1"/>
          </p:cNvSpPr>
          <p:nvPr>
            <p:ph type="ftr" sz="quarter" idx="15"/>
          </p:nvPr>
        </p:nvSpPr>
        <p:spPr/>
        <p:txBody>
          <a:bodyPr/>
          <a:lstStyle/>
          <a:p>
            <a:r>
              <a:rPr lang="en-US"/>
              <a:t>Annual Review</a:t>
            </a:r>
            <a:endParaRPr lang="en-US" b="0"/>
          </a:p>
        </p:txBody>
      </p:sp>
      <p:sp>
        <p:nvSpPr>
          <p:cNvPr id="4" name="Slide Number Placeholder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a:lstStyle/>
          <a:p>
            <a:fld id="{294A09A9-5501-47C1-A89A-A340965A2BE2}" type="slidenum">
              <a:rPr lang="en-US" smtClean="0"/>
              <a:pPr/>
              <a:t>‹#›</a:t>
            </a:fld>
            <a:endParaRPr lang="en-US">
              <a:latin typeface="+mn-lt"/>
            </a:endParaRPr>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reak">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a:lstStyle/>
          <a:p>
            <a:r>
              <a:rPr lang="en-US"/>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anchor="b" anchorCtr="0">
            <a:normAutofit/>
          </a:bodyPr>
          <a:lstStyle>
            <a:lvl1pPr>
              <a:defRPr sz="4100" b="1" i="0" baseline="0">
                <a:solidFill>
                  <a:schemeClr val="tx1"/>
                </a:solidFill>
                <a:latin typeface="+mj-lt"/>
              </a:defRPr>
            </a:lvl1pPr>
          </a:lstStyle>
          <a:p>
            <a:r>
              <a:rPr lang="en-US"/>
              <a:t>Click to edit Master title style</a:t>
            </a:r>
          </a:p>
        </p:txBody>
      </p:sp>
      <p:cxnSp>
        <p:nvCxnSpPr>
          <p:cNvPr id="20" name="Straight Connector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oup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reeform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4" name="Freeform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5" name="Freeform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a:lstStyle>
            <a:lvl1pPr>
              <a:defRPr>
                <a:solidFill>
                  <a:schemeClr val="tx1"/>
                </a:solidFill>
              </a:defRPr>
            </a:lvl1pPr>
          </a:lstStyle>
          <a:p>
            <a:r>
              <a:rPr lang="en-US"/>
              <a:t>Click icon to add chart</a:t>
            </a:r>
          </a:p>
        </p:txBody>
      </p:sp>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p>
        </p:txBody>
      </p:sp>
      <p:sp>
        <p:nvSpPr>
          <p:cNvPr id="2" name="Date Placeholder 1">
            <a:extLst>
              <a:ext uri="{FF2B5EF4-FFF2-40B4-BE49-F238E27FC236}">
                <a16:creationId xmlns:a16="http://schemas.microsoft.com/office/drawing/2014/main" id="{371012B1-809A-45CE-9FED-46D08DC8C42B}"/>
              </a:ext>
            </a:extLst>
          </p:cNvPr>
          <p:cNvSpPr>
            <a:spLocks noGrp="1"/>
          </p:cNvSpPr>
          <p:nvPr>
            <p:ph type="dt" sz="half" idx="11"/>
          </p:nvPr>
        </p:nvSpPr>
        <p:spPr/>
        <p:txBody>
          <a:bodyPr/>
          <a:lstStyle/>
          <a:p>
            <a:fld id="{6FCA8E82-58CD-E045-8B98-B7A85B79B752}" type="datetime4">
              <a:rPr lang="en-US" smtClean="0"/>
              <a:pPr/>
              <a:t>December 18, 2025</a:t>
            </a:fld>
            <a:endParaRPr lang="en-US">
              <a:latin typeface="+mn-lt"/>
            </a:endParaRPr>
          </a:p>
        </p:txBody>
      </p:sp>
      <p:sp>
        <p:nvSpPr>
          <p:cNvPr id="3" name="Footer Placeholder 2">
            <a:extLst>
              <a:ext uri="{FF2B5EF4-FFF2-40B4-BE49-F238E27FC236}">
                <a16:creationId xmlns:a16="http://schemas.microsoft.com/office/drawing/2014/main" id="{3FB6FA27-6601-4107-A3C9-808CB4430246}"/>
              </a:ext>
            </a:extLst>
          </p:cNvPr>
          <p:cNvSpPr>
            <a:spLocks noGrp="1"/>
          </p:cNvSpPr>
          <p:nvPr>
            <p:ph type="ftr" sz="quarter" idx="12"/>
          </p:nvPr>
        </p:nvSpPr>
        <p:spPr/>
        <p:txBody>
          <a:bodyPr/>
          <a:lstStyle/>
          <a:p>
            <a:r>
              <a:rPr lang="en-US"/>
              <a:t>Annual Review</a:t>
            </a:r>
            <a:endParaRPr lang="en-US" b="0"/>
          </a:p>
        </p:txBody>
      </p:sp>
      <p:sp>
        <p:nvSpPr>
          <p:cNvPr id="4" name="Slide Number Placeholder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a:lstStyle/>
          <a:p>
            <a:fld id="{294A09A9-5501-47C1-A89A-A340965A2BE2}" type="slidenum">
              <a:rPr lang="en-US" smtClean="0"/>
              <a:pPr/>
              <a:t>‹#›</a:t>
            </a:fld>
            <a:endParaRPr lang="en-US">
              <a:latin typeface="+mn-lt"/>
            </a:endParaRPr>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a:lstStyle/>
          <a:p>
            <a:r>
              <a:rPr lang="en-US"/>
              <a:t>Click icon to add table</a:t>
            </a:r>
          </a:p>
        </p:txBody>
      </p:sp>
      <p:sp>
        <p:nvSpPr>
          <p:cNvPr id="2" name="Date Placeholder 1">
            <a:extLst>
              <a:ext uri="{FF2B5EF4-FFF2-40B4-BE49-F238E27FC236}">
                <a16:creationId xmlns:a16="http://schemas.microsoft.com/office/drawing/2014/main" id="{9B2411D2-78FE-46C1-9EA9-C6A882903B53}"/>
              </a:ext>
            </a:extLst>
          </p:cNvPr>
          <p:cNvSpPr>
            <a:spLocks noGrp="1"/>
          </p:cNvSpPr>
          <p:nvPr>
            <p:ph type="dt" sz="half" idx="11"/>
          </p:nvPr>
        </p:nvSpPr>
        <p:spPr/>
        <p:txBody>
          <a:bodyPr/>
          <a:lstStyle/>
          <a:p>
            <a:fld id="{6FCA8E82-58CD-E045-8B98-B7A85B79B752}" type="datetime4">
              <a:rPr lang="en-US" smtClean="0"/>
              <a:pPr/>
              <a:t>December 18, 2025</a:t>
            </a:fld>
            <a:endParaRPr lang="en-US">
              <a:latin typeface="+mn-lt"/>
            </a:endParaRPr>
          </a:p>
        </p:txBody>
      </p:sp>
      <p:sp>
        <p:nvSpPr>
          <p:cNvPr id="3" name="Footer Placeholder 2">
            <a:extLst>
              <a:ext uri="{FF2B5EF4-FFF2-40B4-BE49-F238E27FC236}">
                <a16:creationId xmlns:a16="http://schemas.microsoft.com/office/drawing/2014/main" id="{C04DAF8F-82DB-4DBE-9041-71217A4516CB}"/>
              </a:ext>
            </a:extLst>
          </p:cNvPr>
          <p:cNvSpPr>
            <a:spLocks noGrp="1"/>
          </p:cNvSpPr>
          <p:nvPr>
            <p:ph type="ftr" sz="quarter" idx="12"/>
          </p:nvPr>
        </p:nvSpPr>
        <p:spPr/>
        <p:txBody>
          <a:bodyPr/>
          <a:lstStyle/>
          <a:p>
            <a:r>
              <a:rPr lang="en-US"/>
              <a:t>Annual Review</a:t>
            </a:r>
            <a:endParaRPr lang="en-US" b="0"/>
          </a:p>
        </p:txBody>
      </p:sp>
      <p:sp>
        <p:nvSpPr>
          <p:cNvPr id="4" name="Slide Number Placeholder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a:lstStyle/>
          <a:p>
            <a:fld id="{294A09A9-5501-47C1-A89A-A340965A2BE2}" type="slidenum">
              <a:rPr lang="en-US" smtClean="0"/>
              <a:pPr/>
              <a:t>‹#›</a:t>
            </a:fld>
            <a:endParaRPr lang="en-US">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anchor="t" anchorCtr="0">
            <a:normAutofit/>
          </a:bodyPr>
          <a:lstStyle>
            <a:lvl1pPr>
              <a:lnSpc>
                <a:spcPct val="100000"/>
              </a:lnSpc>
              <a:defRPr sz="2800" b="0" i="0">
                <a:solidFill>
                  <a:schemeClr val="bg1"/>
                </a:solidFill>
                <a:latin typeface="+mn-lt"/>
              </a:defRPr>
            </a:lvl1pPr>
          </a:lstStyle>
          <a:p>
            <a:r>
              <a:rPr lang="en-US"/>
              <a:t>Click to edit Master title style</a:t>
            </a:r>
          </a:p>
        </p:txBody>
      </p:sp>
      <p:sp>
        <p:nvSpPr>
          <p:cNvPr id="10" name="TextBox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r>
              <a:rPr lang="en-US" sz="20000" b="1">
                <a:solidFill>
                  <a:schemeClr val="bg1"/>
                </a:solidFill>
              </a:rPr>
              <a:t>“</a:t>
            </a:r>
          </a:p>
        </p:txBody>
      </p:sp>
      <p:grpSp>
        <p:nvGrpSpPr>
          <p:cNvPr id="18" name="Group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Shape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0" name="Freeform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1" name="Freeform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2" name="Freeform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a:p>
          </p:txBody>
        </p:sp>
        <p:sp>
          <p:nvSpPr>
            <p:cNvPr id="23" name="Freeform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4" name="Group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reeform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6" name="Freeform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7" name="Freeform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reeform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7" name="Freeform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36" name="Freeform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38" name="Picture Placeholder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a:lstStyle/>
          <a:p>
            <a:r>
              <a:rPr lang="en-US"/>
              <a:t>Click icon to add picture</a:t>
            </a:r>
          </a:p>
        </p:txBody>
      </p:sp>
      <p:sp>
        <p:nvSpPr>
          <p:cNvPr id="61" name="Title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p>
        </p:txBody>
      </p:sp>
      <p:cxnSp>
        <p:nvCxnSpPr>
          <p:cNvPr id="62" name="Straight Connector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Picture Placeholder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a:lstStyle/>
          <a:p>
            <a:r>
              <a:rPr lang="en-US"/>
              <a:t>Click icon to add picture</a:t>
            </a:r>
          </a:p>
        </p:txBody>
      </p:sp>
      <p:sp>
        <p:nvSpPr>
          <p:cNvPr id="72" name="Text Placeholder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3" name="Text Placeholder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4" name="Text Placeholder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5" name="Text Placeholder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6" name="Text Placeholder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7" name="Text Placeholder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8" name="Text Placeholder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9" name="Text Placeholder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grpSp>
        <p:nvGrpSpPr>
          <p:cNvPr id="23" name="Group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Shape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9" name="Freeform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30" name="Freeform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31" name="Freeform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a:p>
          </p:txBody>
        </p:sp>
        <p:sp>
          <p:nvSpPr>
            <p:cNvPr id="32" name="Freeform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66" name="Picture Placeholder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a:lstStyle/>
          <a:p>
            <a:r>
              <a:rPr lang="en-US"/>
              <a:t>Click icon to add picture</a:t>
            </a:r>
          </a:p>
        </p:txBody>
      </p:sp>
      <p:sp>
        <p:nvSpPr>
          <p:cNvPr id="69" name="Picture Placeholder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a:lstStyle/>
          <a:p>
            <a:r>
              <a:rPr lang="en-US"/>
              <a:t>Click icon to add picture</a:t>
            </a:r>
          </a:p>
        </p:txBody>
      </p:sp>
      <p:sp>
        <p:nvSpPr>
          <p:cNvPr id="2" name="Date Placeholder 1">
            <a:extLst>
              <a:ext uri="{FF2B5EF4-FFF2-40B4-BE49-F238E27FC236}">
                <a16:creationId xmlns:a16="http://schemas.microsoft.com/office/drawing/2014/main" id="{8ED89364-B1CB-4E72-A6BB-95A34B50661C}"/>
              </a:ext>
            </a:extLst>
          </p:cNvPr>
          <p:cNvSpPr>
            <a:spLocks noGrp="1"/>
          </p:cNvSpPr>
          <p:nvPr>
            <p:ph type="dt" sz="half" idx="32"/>
          </p:nvPr>
        </p:nvSpPr>
        <p:spPr/>
        <p:txBody>
          <a:bodyPr/>
          <a:lstStyle/>
          <a:p>
            <a:fld id="{6FCA8E82-58CD-E045-8B98-B7A85B79B752}" type="datetime4">
              <a:rPr lang="en-US" smtClean="0"/>
              <a:pPr/>
              <a:t>December 18, 2025</a:t>
            </a:fld>
            <a:endParaRPr lang="en-US">
              <a:latin typeface="+mn-lt"/>
            </a:endParaRPr>
          </a:p>
        </p:txBody>
      </p:sp>
      <p:sp>
        <p:nvSpPr>
          <p:cNvPr id="3" name="Footer Placeholder 2">
            <a:extLst>
              <a:ext uri="{FF2B5EF4-FFF2-40B4-BE49-F238E27FC236}">
                <a16:creationId xmlns:a16="http://schemas.microsoft.com/office/drawing/2014/main" id="{8E09328F-B310-4BF3-883E-BA9A39676AF2}"/>
              </a:ext>
            </a:extLst>
          </p:cNvPr>
          <p:cNvSpPr>
            <a:spLocks noGrp="1"/>
          </p:cNvSpPr>
          <p:nvPr>
            <p:ph type="ftr" sz="quarter" idx="33"/>
          </p:nvPr>
        </p:nvSpPr>
        <p:spPr/>
        <p:txBody>
          <a:bodyPr/>
          <a:lstStyle/>
          <a:p>
            <a:r>
              <a:rPr lang="en-US"/>
              <a:t>Annual Review</a:t>
            </a:r>
            <a:endParaRPr lang="en-US" b="0"/>
          </a:p>
        </p:txBody>
      </p:sp>
      <p:sp>
        <p:nvSpPr>
          <p:cNvPr id="4" name="Slide Number Placeholder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a:lstStyle/>
          <a:p>
            <a:fld id="{294A09A9-5501-47C1-A89A-A340965A2BE2}" type="slidenum">
              <a:rPr lang="en-US" smtClean="0"/>
              <a:pPr/>
              <a:t>‹#›</a:t>
            </a:fld>
            <a:endParaRPr lang="en-US">
              <a:latin typeface="+mn-lt"/>
            </a:endParaRPr>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6EEE005-F78A-9D4F-B159-964376C387DD}"/>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p>
        </p:txBody>
      </p:sp>
      <p:sp>
        <p:nvSpPr>
          <p:cNvPr id="96" name="Text Placeholder 29">
            <a:extLst>
              <a:ext uri="{FF2B5EF4-FFF2-40B4-BE49-F238E27FC236}">
                <a16:creationId xmlns:a16="http://schemas.microsoft.com/office/drawing/2014/main" id="{FC61536F-8EA7-5A48-AF76-8B0E251BD8CB}"/>
              </a:ext>
            </a:extLst>
          </p:cNvPr>
          <p:cNvSpPr>
            <a:spLocks noGrp="1"/>
          </p:cNvSpPr>
          <p:nvPr>
            <p:ph type="body" sz="quarter" idx="12"/>
          </p:nvPr>
        </p:nvSpPr>
        <p:spPr>
          <a:xfrm>
            <a:off x="1296955" y="2934856"/>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97" name="Text Placeholder 29">
            <a:extLst>
              <a:ext uri="{FF2B5EF4-FFF2-40B4-BE49-F238E27FC236}">
                <a16:creationId xmlns:a16="http://schemas.microsoft.com/office/drawing/2014/main" id="{64FFD994-BD97-ED49-8607-286ECBB1CDA3}"/>
              </a:ext>
            </a:extLst>
          </p:cNvPr>
          <p:cNvSpPr>
            <a:spLocks noGrp="1"/>
          </p:cNvSpPr>
          <p:nvPr>
            <p:ph type="body" sz="quarter" idx="11"/>
          </p:nvPr>
        </p:nvSpPr>
        <p:spPr>
          <a:xfrm>
            <a:off x="1296955" y="2568686"/>
            <a:ext cx="2133600" cy="205837"/>
          </a:xfrm>
          <a:ln>
            <a:noFill/>
          </a:ln>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102" name="Text Placeholder 29">
            <a:extLst>
              <a:ext uri="{FF2B5EF4-FFF2-40B4-BE49-F238E27FC236}">
                <a16:creationId xmlns:a16="http://schemas.microsoft.com/office/drawing/2014/main" id="{D1ADE805-BFBC-ED47-B9CB-6CB2FF02E868}"/>
              </a:ext>
            </a:extLst>
          </p:cNvPr>
          <p:cNvSpPr>
            <a:spLocks noGrp="1"/>
          </p:cNvSpPr>
          <p:nvPr>
            <p:ph type="body" sz="quarter" idx="30"/>
          </p:nvPr>
        </p:nvSpPr>
        <p:spPr>
          <a:xfrm>
            <a:off x="3897799" y="5087328"/>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3" name="Text Placeholder 29">
            <a:extLst>
              <a:ext uri="{FF2B5EF4-FFF2-40B4-BE49-F238E27FC236}">
                <a16:creationId xmlns:a16="http://schemas.microsoft.com/office/drawing/2014/main" id="{334A3589-641F-F547-891B-149579153B75}"/>
              </a:ext>
            </a:extLst>
          </p:cNvPr>
          <p:cNvSpPr>
            <a:spLocks noGrp="1"/>
          </p:cNvSpPr>
          <p:nvPr>
            <p:ph type="body" sz="quarter" idx="3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a:spcBef>
                <a:spcPts val="400"/>
              </a:spcBef>
              <a:buNone/>
            </a:pPr>
            <a:r>
              <a:rPr lang="en-US"/>
              <a:t>Click to edit Master text styles</a:t>
            </a:r>
          </a:p>
        </p:txBody>
      </p:sp>
      <p:sp>
        <p:nvSpPr>
          <p:cNvPr id="106" name="Text Placeholder 29">
            <a:extLst>
              <a:ext uri="{FF2B5EF4-FFF2-40B4-BE49-F238E27FC236}">
                <a16:creationId xmlns:a16="http://schemas.microsoft.com/office/drawing/2014/main" id="{A63F8454-D12E-A641-ABD0-8977D3F5EC05}"/>
              </a:ext>
            </a:extLst>
          </p:cNvPr>
          <p:cNvSpPr>
            <a:spLocks noGrp="1"/>
          </p:cNvSpPr>
          <p:nvPr>
            <p:ph type="body" sz="quarter" idx="32"/>
          </p:nvPr>
        </p:nvSpPr>
        <p:spPr>
          <a:xfrm>
            <a:off x="9001711" y="5087328"/>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7" name="Text Placeholder 29">
            <a:extLst>
              <a:ext uri="{FF2B5EF4-FFF2-40B4-BE49-F238E27FC236}">
                <a16:creationId xmlns:a16="http://schemas.microsoft.com/office/drawing/2014/main" id="{F35AA15D-DBAD-9840-8764-A5B6D486A234}"/>
              </a:ext>
            </a:extLst>
          </p:cNvPr>
          <p:cNvSpPr>
            <a:spLocks noGrp="1"/>
          </p:cNvSpPr>
          <p:nvPr>
            <p:ph type="body" sz="quarter" idx="33"/>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a:spcBef>
                <a:spcPts val="400"/>
              </a:spcBef>
              <a:buNone/>
            </a:pPr>
            <a:r>
              <a:rPr lang="en-US"/>
              <a:t>Click to edit Master text styles</a:t>
            </a:r>
          </a:p>
        </p:txBody>
      </p:sp>
      <p:sp>
        <p:nvSpPr>
          <p:cNvPr id="108" name="Text Placeholder 29">
            <a:extLst>
              <a:ext uri="{FF2B5EF4-FFF2-40B4-BE49-F238E27FC236}">
                <a16:creationId xmlns:a16="http://schemas.microsoft.com/office/drawing/2014/main" id="{8357CA0F-1A55-B145-8305-562F0DF22543}"/>
              </a:ext>
            </a:extLst>
          </p:cNvPr>
          <p:cNvSpPr>
            <a:spLocks noGrp="1"/>
          </p:cNvSpPr>
          <p:nvPr>
            <p:ph type="body" sz="quarter" idx="34"/>
          </p:nvPr>
        </p:nvSpPr>
        <p:spPr>
          <a:xfrm>
            <a:off x="6438143" y="2934856"/>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9" name="Text Placeholder 29">
            <a:extLst>
              <a:ext uri="{FF2B5EF4-FFF2-40B4-BE49-F238E27FC236}">
                <a16:creationId xmlns:a16="http://schemas.microsoft.com/office/drawing/2014/main" id="{D6C49F6F-AF28-8942-8442-8F54A1DC388B}"/>
              </a:ext>
            </a:extLst>
          </p:cNvPr>
          <p:cNvSpPr>
            <a:spLocks noGrp="1"/>
          </p:cNvSpPr>
          <p:nvPr>
            <p:ph type="body" sz="quarter" idx="35"/>
          </p:nvPr>
        </p:nvSpPr>
        <p:spPr>
          <a:xfrm>
            <a:off x="6438143" y="2568686"/>
            <a:ext cx="2133600" cy="205837"/>
          </a:xfrm>
          <a:ln>
            <a:noFill/>
          </a:ln>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8" name="Straight Connector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21DC2552-C347-4C3D-8C92-4A6981227C0E}"/>
              </a:ext>
            </a:extLst>
          </p:cNvPr>
          <p:cNvSpPr>
            <a:spLocks noGrp="1"/>
          </p:cNvSpPr>
          <p:nvPr>
            <p:ph type="dt" sz="half" idx="36"/>
          </p:nvPr>
        </p:nvSpPr>
        <p:spPr/>
        <p:txBody>
          <a:bodyPr/>
          <a:lstStyle/>
          <a:p>
            <a:fld id="{6FCA8E82-58CD-E045-8B98-B7A85B79B752}" type="datetime4">
              <a:rPr lang="en-US" smtClean="0"/>
              <a:pPr/>
              <a:t>December 18, 2025</a:t>
            </a:fld>
            <a:endParaRPr lang="en-US">
              <a:latin typeface="+mn-lt"/>
            </a:endParaRPr>
          </a:p>
        </p:txBody>
      </p:sp>
      <p:sp>
        <p:nvSpPr>
          <p:cNvPr id="3" name="Footer Placeholder 2">
            <a:extLst>
              <a:ext uri="{FF2B5EF4-FFF2-40B4-BE49-F238E27FC236}">
                <a16:creationId xmlns:a16="http://schemas.microsoft.com/office/drawing/2014/main" id="{A5B7C35C-F3E4-4522-8711-16E4F9052C2C}"/>
              </a:ext>
            </a:extLst>
          </p:cNvPr>
          <p:cNvSpPr>
            <a:spLocks noGrp="1"/>
          </p:cNvSpPr>
          <p:nvPr>
            <p:ph type="ftr" sz="quarter" idx="37"/>
          </p:nvPr>
        </p:nvSpPr>
        <p:spPr/>
        <p:txBody>
          <a:bodyPr/>
          <a:lstStyle/>
          <a:p>
            <a:r>
              <a:rPr lang="en-US"/>
              <a:t>Annual Review</a:t>
            </a:r>
            <a:endParaRPr lang="en-US" b="0"/>
          </a:p>
        </p:txBody>
      </p:sp>
      <p:sp>
        <p:nvSpPr>
          <p:cNvPr id="4" name="Slide Number Placeholder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a:lstStyle/>
          <a:p>
            <a:fld id="{294A09A9-5501-47C1-A89A-A340965A2BE2}" type="slidenum">
              <a:rPr lang="en-US" smtClean="0"/>
              <a:pPr/>
              <a:t>‹#›</a:t>
            </a:fld>
            <a:endParaRPr lang="en-US">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1" name="Freeform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2" name="Freeform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ext Placeholder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8" name="Content Placeholder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cxnSp>
        <p:nvCxnSpPr>
          <p:cNvPr id="15" name="Straight Connector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4914D182-A7DD-4F7B-B207-262854316EDA}"/>
              </a:ext>
            </a:extLst>
          </p:cNvPr>
          <p:cNvSpPr>
            <a:spLocks noGrp="1"/>
          </p:cNvSpPr>
          <p:nvPr>
            <p:ph type="dt" sz="half" idx="14"/>
          </p:nvPr>
        </p:nvSpPr>
        <p:spPr/>
        <p:txBody>
          <a:bodyPr/>
          <a:lstStyle/>
          <a:p>
            <a:fld id="{6FCA8E82-58CD-E045-8B98-B7A85B79B752}" type="datetime4">
              <a:rPr lang="en-US" smtClean="0"/>
              <a:pPr/>
              <a:t>December 18, 2025</a:t>
            </a:fld>
            <a:endParaRPr lang="en-US">
              <a:latin typeface="+mn-lt"/>
            </a:endParaRPr>
          </a:p>
        </p:txBody>
      </p:sp>
      <p:sp>
        <p:nvSpPr>
          <p:cNvPr id="3" name="Footer Placeholder 2">
            <a:extLst>
              <a:ext uri="{FF2B5EF4-FFF2-40B4-BE49-F238E27FC236}">
                <a16:creationId xmlns:a16="http://schemas.microsoft.com/office/drawing/2014/main" id="{10B29252-5D0B-4B9D-9FBD-8EC0929FE096}"/>
              </a:ext>
            </a:extLst>
          </p:cNvPr>
          <p:cNvSpPr>
            <a:spLocks noGrp="1"/>
          </p:cNvSpPr>
          <p:nvPr>
            <p:ph type="ftr" sz="quarter" idx="15"/>
          </p:nvPr>
        </p:nvSpPr>
        <p:spPr/>
        <p:txBody>
          <a:bodyPr/>
          <a:lstStyle/>
          <a:p>
            <a:r>
              <a:rPr lang="en-US"/>
              <a:t>Annual Review</a:t>
            </a:r>
            <a:endParaRPr lang="en-US" b="0"/>
          </a:p>
        </p:txBody>
      </p:sp>
      <p:sp>
        <p:nvSpPr>
          <p:cNvPr id="4" name="Slide Number Placeholder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a:lstStyle/>
          <a:p>
            <a:fld id="{294A09A9-5501-47C1-A89A-A340965A2BE2}" type="slidenum">
              <a:rPr lang="en-US" smtClean="0"/>
              <a:pPr/>
              <a:t>‹#›</a:t>
            </a:fld>
            <a:endParaRPr lang="en-US">
              <a:latin typeface="+mn-lt"/>
            </a:endParaRPr>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col">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reeform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39" name="Freeform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40" name="Freeform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0" name="Text Placeholder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1" name="Content Placeholder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2" name="Text Placeholder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4" name="Content Placeholder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cxnSp>
        <p:nvCxnSpPr>
          <p:cNvPr id="26" name="Straight Connector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F0FA07F3-F8E4-4505-85EC-22734AC68792}"/>
              </a:ext>
            </a:extLst>
          </p:cNvPr>
          <p:cNvSpPr>
            <a:spLocks noGrp="1"/>
          </p:cNvSpPr>
          <p:nvPr>
            <p:ph type="dt" sz="half" idx="14"/>
          </p:nvPr>
        </p:nvSpPr>
        <p:spPr/>
        <p:txBody>
          <a:bodyPr/>
          <a:lstStyle/>
          <a:p>
            <a:fld id="{6FCA8E82-58CD-E045-8B98-B7A85B79B752}" type="datetime4">
              <a:rPr lang="en-US" smtClean="0"/>
              <a:pPr/>
              <a:t>December 18, 2025</a:t>
            </a:fld>
            <a:endParaRPr lang="en-US">
              <a:latin typeface="+mn-lt"/>
            </a:endParaRPr>
          </a:p>
        </p:txBody>
      </p:sp>
      <p:sp>
        <p:nvSpPr>
          <p:cNvPr id="3" name="Footer Placeholder 2">
            <a:extLst>
              <a:ext uri="{FF2B5EF4-FFF2-40B4-BE49-F238E27FC236}">
                <a16:creationId xmlns:a16="http://schemas.microsoft.com/office/drawing/2014/main" id="{D5165D22-FEF5-4F30-8822-5D2378806A9B}"/>
              </a:ext>
            </a:extLst>
          </p:cNvPr>
          <p:cNvSpPr>
            <a:spLocks noGrp="1"/>
          </p:cNvSpPr>
          <p:nvPr>
            <p:ph type="ftr" sz="quarter" idx="15"/>
          </p:nvPr>
        </p:nvSpPr>
        <p:spPr/>
        <p:txBody>
          <a:bodyPr/>
          <a:lstStyle/>
          <a:p>
            <a:r>
              <a:rPr lang="en-US"/>
              <a:t>Annual Review</a:t>
            </a:r>
            <a:endParaRPr lang="en-US" b="0"/>
          </a:p>
        </p:txBody>
      </p:sp>
      <p:sp>
        <p:nvSpPr>
          <p:cNvPr id="4" name="Slide Number Placeholder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a:lstStyle/>
          <a:p>
            <a:fld id="{294A09A9-5501-47C1-A89A-A340965A2BE2}" type="slidenum">
              <a:rPr lang="en-US" smtClean="0"/>
              <a:pPr/>
              <a:t>‹#›</a:t>
            </a:fld>
            <a:endParaRPr lang="en-US">
              <a:latin typeface="+mn-lt"/>
            </a:endParaRPr>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ummary ">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a:noAutofit/>
          </a:bodyPr>
          <a:lstStyle>
            <a:lvl1pPr marL="0" indent="0">
              <a:buNone/>
              <a:defRPr sz="1600">
                <a:latin typeface="+mn-lt"/>
              </a:defRPr>
            </a:lvl1pPr>
          </a:lstStyle>
          <a:p>
            <a:pPr lvl="0"/>
            <a:r>
              <a:rPr lang="en-US"/>
              <a:t>Click to edit Master text styles</a:t>
            </a:r>
          </a:p>
        </p:txBody>
      </p:sp>
      <p:grpSp>
        <p:nvGrpSpPr>
          <p:cNvPr id="15" name="Group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reeform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7" name="Freeform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8" name="Freeform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4" name="Text Placeholder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1" name="Text Placeholder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a:noAutofit/>
          </a:bodyPr>
          <a:lstStyle>
            <a:lvl1pPr marL="0" indent="0">
              <a:buNone/>
              <a:defRPr sz="1600">
                <a:latin typeface="+mn-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3" name="Text Placeholder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a:noAutofit/>
          </a:bodyPr>
          <a:lstStyle>
            <a:lvl1pPr marL="0" indent="0">
              <a:buNone/>
              <a:defRPr sz="1600">
                <a:latin typeface="+mn-lt"/>
              </a:defRPr>
            </a:lvl1pPr>
          </a:lstStyle>
          <a:p>
            <a:pPr lvl="0"/>
            <a:r>
              <a:rPr lang="en-US"/>
              <a:t>Click to edit Master text styles</a:t>
            </a:r>
          </a:p>
        </p:txBody>
      </p:sp>
      <p:sp>
        <p:nvSpPr>
          <p:cNvPr id="24" name="Text Placeholder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5" name="Text Placeholder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a:noAutofit/>
          </a:bodyPr>
          <a:lstStyle>
            <a:lvl1pPr marL="0" indent="0">
              <a:buNone/>
              <a:defRPr sz="1600">
                <a:latin typeface="+mn-lt"/>
              </a:defRPr>
            </a:lvl1pPr>
          </a:lstStyle>
          <a:p>
            <a:pPr lvl="0"/>
            <a:r>
              <a:rPr lang="en-US"/>
              <a:t>Click to edit Master text styles</a:t>
            </a:r>
          </a:p>
        </p:txBody>
      </p:sp>
      <p:sp>
        <p:nvSpPr>
          <p:cNvPr id="26" name="Text Placeholder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7" name="Text Placeholder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a:noAutofit/>
          </a:bodyPr>
          <a:lstStyle>
            <a:lvl1pPr marL="0" indent="0">
              <a:buNone/>
              <a:defRPr sz="1600">
                <a:latin typeface="+mn-lt"/>
              </a:defRPr>
            </a:lvl1pPr>
          </a:lstStyle>
          <a:p>
            <a:pPr lvl="0"/>
            <a:r>
              <a:rPr lang="en-US"/>
              <a:t>Click to edit Master text styles</a:t>
            </a:r>
          </a:p>
        </p:txBody>
      </p:sp>
      <p:sp>
        <p:nvSpPr>
          <p:cNvPr id="28" name="Text Placeholder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 name="Date Placeholder 1">
            <a:extLst>
              <a:ext uri="{FF2B5EF4-FFF2-40B4-BE49-F238E27FC236}">
                <a16:creationId xmlns:a16="http://schemas.microsoft.com/office/drawing/2014/main" id="{EC45E38A-5516-4C3E-88FC-0DCBD876054B}"/>
              </a:ext>
            </a:extLst>
          </p:cNvPr>
          <p:cNvSpPr>
            <a:spLocks noGrp="1"/>
          </p:cNvSpPr>
          <p:nvPr>
            <p:ph type="dt" sz="half" idx="21"/>
          </p:nvPr>
        </p:nvSpPr>
        <p:spPr/>
        <p:txBody>
          <a:bodyPr/>
          <a:lstStyle/>
          <a:p>
            <a:fld id="{6FCA8E82-58CD-E045-8B98-B7A85B79B752}" type="datetime4">
              <a:rPr lang="en-US" smtClean="0"/>
              <a:pPr/>
              <a:t>December 18, 2025</a:t>
            </a:fld>
            <a:endParaRPr lang="en-US">
              <a:latin typeface="+mn-lt"/>
            </a:endParaRPr>
          </a:p>
        </p:txBody>
      </p:sp>
      <p:sp>
        <p:nvSpPr>
          <p:cNvPr id="5" name="Footer Placeholder 4">
            <a:extLst>
              <a:ext uri="{FF2B5EF4-FFF2-40B4-BE49-F238E27FC236}">
                <a16:creationId xmlns:a16="http://schemas.microsoft.com/office/drawing/2014/main" id="{14225273-038D-4F51-A093-83D80104F21A}"/>
              </a:ext>
            </a:extLst>
          </p:cNvPr>
          <p:cNvSpPr>
            <a:spLocks noGrp="1"/>
          </p:cNvSpPr>
          <p:nvPr>
            <p:ph type="ftr" sz="quarter" idx="22"/>
          </p:nvPr>
        </p:nvSpPr>
        <p:spPr/>
        <p:txBody>
          <a:bodyPr/>
          <a:lstStyle/>
          <a:p>
            <a:r>
              <a:rPr lang="en-US"/>
              <a:t>Annual Review</a:t>
            </a:r>
            <a:endParaRPr lang="en-US" b="0"/>
          </a:p>
        </p:txBody>
      </p:sp>
      <p:sp>
        <p:nvSpPr>
          <p:cNvPr id="6" name="Slide Number Placeholder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a:lstStyle/>
          <a:p>
            <a:fld id="{294A09A9-5501-47C1-A89A-A340965A2BE2}" type="slidenum">
              <a:rPr lang="en-US" smtClean="0"/>
              <a:pPr/>
              <a:t>‹#›</a:t>
            </a:fld>
            <a:endParaRPr lang="en-US">
              <a:latin typeface="+mn-lt"/>
            </a:endParaRPr>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6" name="Text Placeholder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7" name="Subtitle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6" name="Title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p>
        </p:txBody>
      </p:sp>
      <p:cxnSp>
        <p:nvCxnSpPr>
          <p:cNvPr id="27" name="Straight Connector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Picture Placeholder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a:lstStyle/>
          <a:p>
            <a:r>
              <a:rPr lang="en-US"/>
              <a:t>Click icon to add picture</a:t>
            </a:r>
          </a:p>
        </p:txBody>
      </p:sp>
      <p:grpSp>
        <p:nvGrpSpPr>
          <p:cNvPr id="30" name="Group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reeform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32" name="Freeform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33" name="Freeform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70000">
              <a:srgbClr val="ECF6F7"/>
            </a:gs>
            <a:gs pos="100000">
              <a:schemeClr val="accent1">
                <a:lumMod val="45000"/>
                <a:lumOff val="55000"/>
              </a:schemeClr>
            </a:gs>
            <a:gs pos="55000">
              <a:schemeClr val="tx1"/>
            </a:gs>
          </a:gsLst>
          <a:lin ang="5400000" scaled="1"/>
          <a:tileRect/>
        </a:gra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r>
              <a:rPr lang="en-US"/>
              <a:t>Click to edit Master title style</a:t>
            </a:r>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fld id="{6FCA8E82-58CD-E045-8B98-B7A85B79B752}" type="datetime4">
              <a:rPr lang="en-US" smtClean="0"/>
              <a:pPr/>
              <a:t>December 18, 2025</a:t>
            </a:fld>
            <a:endParaRPr lang="en-US">
              <a:latin typeface="+mn-lt"/>
            </a:endParaRPr>
          </a:p>
        </p:txBody>
      </p:sp>
      <p:sp>
        <p:nvSpPr>
          <p:cNvPr id="31" name="Footer Placeholder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r>
              <a:rPr lang="en-US"/>
              <a:t>Annual Review</a:t>
            </a:r>
            <a:endParaRPr lang="en-US" b="0"/>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fld id="{294A09A9-5501-47C1-A89A-A340965A2BE2}" type="slidenum">
              <a:rPr lang="en-US" smtClean="0"/>
              <a:pPr/>
              <a:t>‹#›</a:t>
            </a:fld>
            <a:endParaRPr lang="en-US">
              <a:latin typeface="+mn-lt"/>
            </a:endParaRPr>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94" r:id="rId2"/>
    <p:sldLayoutId id="2147483693" r:id="rId3"/>
    <p:sldLayoutId id="2147483671" r:id="rId4"/>
    <p:sldLayoutId id="2147483672" r:id="rId5"/>
    <p:sldLayoutId id="2147483673" r:id="rId6"/>
    <p:sldLayoutId id="2147483684" r:id="rId7"/>
    <p:sldLayoutId id="2147483675" r:id="rId8"/>
    <p:sldLayoutId id="2147483676" r:id="rId9"/>
    <p:sldLayoutId id="2147483677" r:id="rId10"/>
    <p:sldLayoutId id="2147483685" r:id="rId11"/>
    <p:sldLayoutId id="2147483688" r:id="rId12"/>
    <p:sldLayoutId id="2147483692" r:id="rId13"/>
    <p:sldLayoutId id="2147483682" r:id="rId14"/>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5.png"/><Relationship Id="rId5" Type="http://schemas.openxmlformats.org/officeDocument/2006/relationships/image" Target="../media/image2.sv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168C-8042-5B4E-A5A4-A5BF693AE2D6}"/>
              </a:ext>
            </a:extLst>
          </p:cNvPr>
          <p:cNvSpPr>
            <a:spLocks noGrp="1"/>
          </p:cNvSpPr>
          <p:nvPr>
            <p:ph type="ctrTitle"/>
          </p:nvPr>
        </p:nvSpPr>
        <p:spPr>
          <a:xfrm>
            <a:off x="143564" y="2220685"/>
            <a:ext cx="11904872" cy="2416629"/>
          </a:xfrm>
        </p:spPr>
        <p:txBody>
          <a:bodyPr/>
          <a:lstStyle/>
          <a:p>
            <a:pPr algn="ctr"/>
            <a:br>
              <a:rPr lang="en-US" b="0"/>
            </a:br>
            <a:br>
              <a:rPr lang="en-US" b="0"/>
            </a:br>
            <a:br>
              <a:rPr lang="en-US" b="0"/>
            </a:br>
            <a:br>
              <a:rPr lang="en-US" b="0"/>
            </a:br>
            <a:r>
              <a:rPr lang="en-US" b="0"/>
              <a:t>ILE-</a:t>
            </a:r>
            <a:br>
              <a:rPr lang="en-US" b="0"/>
            </a:br>
            <a:r>
              <a:rPr lang="en-US" b="0"/>
              <a:t>Integrated Language Environment</a:t>
            </a:r>
            <a:br>
              <a:rPr lang="en-US" b="0"/>
            </a:br>
            <a:endParaRPr lang="en-US" b="0"/>
          </a:p>
        </p:txBody>
      </p:sp>
    </p:spTree>
    <p:extLst>
      <p:ext uri="{BB962C8B-B14F-4D97-AF65-F5344CB8AC3E}">
        <p14:creationId xmlns:p14="http://schemas.microsoft.com/office/powerpoint/2010/main" val="16811058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0C9EEAE1-B032-9566-2A70-F48E0E82504F}"/>
              </a:ext>
            </a:extLst>
          </p:cNvPr>
          <p:cNvSpPr txBox="1"/>
          <p:nvPr/>
        </p:nvSpPr>
        <p:spPr>
          <a:xfrm>
            <a:off x="345233" y="856344"/>
            <a:ext cx="8817621" cy="3439403"/>
          </a:xfrm>
          <a:prstGeom prst="rect">
            <a:avLst/>
          </a:prstGeom>
          <a:noFill/>
        </p:spPr>
        <p:txBody>
          <a:bodyPr wrap="square" rtlCol="0">
            <a:spAutoFit/>
          </a:bodyPr>
          <a:lstStyle/>
          <a:p>
            <a:pPr marL="342900" indent="-342900">
              <a:spcBef>
                <a:spcPts val="300"/>
              </a:spcBef>
              <a:buFont typeface="+mj-lt"/>
              <a:buAutoNum type="arabicPeriod"/>
              <a:defRPr/>
            </a:pPr>
            <a:r>
              <a:rPr lang="en-IN" sz="1600" dirty="0">
                <a:solidFill>
                  <a:schemeClr val="bg1"/>
                </a:solidFill>
                <a:latin typeface="Franklin Gothic Demi" panose="020B0703020102020204" pitchFamily="34" charset="0"/>
              </a:rPr>
              <a:t>OPM </a:t>
            </a:r>
          </a:p>
          <a:p>
            <a:pPr marL="342900" indent="-342900">
              <a:spcBef>
                <a:spcPts val="300"/>
              </a:spcBef>
              <a:buFont typeface="+mj-lt"/>
              <a:buAutoNum type="arabicPeriod"/>
            </a:pPr>
            <a:r>
              <a:rPr lang="en-IN" sz="1600" dirty="0">
                <a:solidFill>
                  <a:schemeClr val="bg1"/>
                </a:solidFill>
                <a:latin typeface="Franklin Gothic Demi" panose="020B0703020102020204" pitchFamily="34" charset="0"/>
              </a:rPr>
              <a:t>ILE</a:t>
            </a:r>
          </a:p>
          <a:p>
            <a:pPr marL="342900" indent="-342900">
              <a:spcBef>
                <a:spcPts val="300"/>
              </a:spcBef>
              <a:buFont typeface="+mj-lt"/>
              <a:buAutoNum type="arabicPeriod"/>
            </a:pPr>
            <a:r>
              <a:rPr lang="en-IN" sz="1600" dirty="0">
                <a:solidFill>
                  <a:schemeClr val="bg1"/>
                </a:solidFill>
                <a:latin typeface="Franklin Gothic Demi" panose="020B0703020102020204" pitchFamily="34" charset="0"/>
              </a:rPr>
              <a:t>OPM vs ILE</a:t>
            </a:r>
          </a:p>
          <a:p>
            <a:pPr marL="342900" indent="-342900">
              <a:spcBef>
                <a:spcPts val="300"/>
              </a:spcBef>
              <a:buFont typeface="+mj-lt"/>
              <a:buAutoNum type="arabicPeriod"/>
            </a:pPr>
            <a:r>
              <a:rPr lang="en-IN" sz="1600" dirty="0">
                <a:solidFill>
                  <a:schemeClr val="bg1"/>
                </a:solidFill>
                <a:latin typeface="Franklin Gothic Demi" panose="020B0703020102020204" pitchFamily="34" charset="0"/>
              </a:rPr>
              <a:t>ILE Program Model Design Order</a:t>
            </a:r>
          </a:p>
          <a:p>
            <a:pPr marL="342900" indent="-342900">
              <a:spcBef>
                <a:spcPts val="300"/>
              </a:spcBef>
              <a:buFont typeface="+mj-lt"/>
              <a:buAutoNum type="arabicPeriod"/>
            </a:pPr>
            <a:r>
              <a:rPr lang="en-IN" sz="1600" dirty="0">
                <a:solidFill>
                  <a:schemeClr val="bg1"/>
                </a:solidFill>
                <a:latin typeface="Franklin Gothic Demi" panose="020B0703020102020204" pitchFamily="34" charset="0"/>
              </a:rPr>
              <a:t>Procedures</a:t>
            </a:r>
          </a:p>
          <a:p>
            <a:pPr marL="342900" indent="-342900">
              <a:spcBef>
                <a:spcPts val="300"/>
              </a:spcBef>
              <a:buFont typeface="+mj-lt"/>
              <a:buAutoNum type="arabicPeriod"/>
            </a:pPr>
            <a:r>
              <a:rPr lang="en-IN" sz="1600" dirty="0">
                <a:solidFill>
                  <a:schemeClr val="bg1"/>
                </a:solidFill>
                <a:latin typeface="Franklin Gothic Demi" panose="020B0703020102020204" pitchFamily="34" charset="0"/>
              </a:rPr>
              <a:t>Modules</a:t>
            </a:r>
          </a:p>
          <a:p>
            <a:pPr marL="342900" indent="-342900">
              <a:spcBef>
                <a:spcPts val="300"/>
              </a:spcBef>
              <a:buFont typeface="+mj-lt"/>
              <a:buAutoNum type="arabicPeriod"/>
            </a:pPr>
            <a:r>
              <a:rPr lang="en-IN" sz="1600" dirty="0">
                <a:solidFill>
                  <a:schemeClr val="bg1"/>
                </a:solidFill>
                <a:latin typeface="Franklin Gothic Demi" panose="020B0703020102020204" pitchFamily="34" charset="0"/>
              </a:rPr>
              <a:t>Bind by Copy vs Bind by Reference</a:t>
            </a:r>
          </a:p>
          <a:p>
            <a:pPr marL="342900" indent="-342900">
              <a:spcBef>
                <a:spcPts val="300"/>
              </a:spcBef>
              <a:buFont typeface="+mj-lt"/>
              <a:buAutoNum type="arabicPeriod"/>
            </a:pPr>
            <a:r>
              <a:rPr lang="en-IN" sz="1600" dirty="0">
                <a:solidFill>
                  <a:schemeClr val="bg1"/>
                </a:solidFill>
                <a:latin typeface="Franklin Gothic Demi" panose="020B0703020102020204" pitchFamily="34" charset="0"/>
              </a:rPr>
              <a:t>Binder Language</a:t>
            </a:r>
          </a:p>
          <a:p>
            <a:pPr marL="342900" indent="-342900">
              <a:spcBef>
                <a:spcPts val="300"/>
              </a:spcBef>
              <a:buFont typeface="+mj-lt"/>
              <a:buAutoNum type="arabicPeriod"/>
            </a:pPr>
            <a:r>
              <a:rPr lang="en-IN" sz="1600" dirty="0">
                <a:solidFill>
                  <a:schemeClr val="bg1"/>
                </a:solidFill>
                <a:latin typeface="Franklin Gothic Demi" panose="020B0703020102020204" pitchFamily="34" charset="0"/>
              </a:rPr>
              <a:t>Service Program</a:t>
            </a:r>
          </a:p>
          <a:p>
            <a:pPr marL="342900" indent="-342900">
              <a:spcBef>
                <a:spcPts val="300"/>
              </a:spcBef>
              <a:buFont typeface="+mj-lt"/>
              <a:buAutoNum type="arabicPeriod"/>
            </a:pPr>
            <a:r>
              <a:rPr lang="en-IN" sz="1600" dirty="0">
                <a:solidFill>
                  <a:schemeClr val="bg1"/>
                </a:solidFill>
                <a:latin typeface="Franklin Gothic Demi" panose="020B0703020102020204" pitchFamily="34" charset="0"/>
              </a:rPr>
              <a:t>Binding Directory</a:t>
            </a:r>
          </a:p>
          <a:p>
            <a:pPr marL="342900" indent="-342900">
              <a:spcBef>
                <a:spcPts val="300"/>
              </a:spcBef>
              <a:buFont typeface="+mj-lt"/>
              <a:buAutoNum type="arabicPeriod"/>
            </a:pPr>
            <a:r>
              <a:rPr lang="en-IN" sz="1600" dirty="0">
                <a:solidFill>
                  <a:schemeClr val="bg1"/>
                </a:solidFill>
                <a:latin typeface="Franklin Gothic Demi" panose="020B0703020102020204" pitchFamily="34" charset="0"/>
              </a:rPr>
              <a:t>Activation Group</a:t>
            </a:r>
          </a:p>
          <a:p>
            <a:pPr marL="342900" indent="-342900">
              <a:spcBef>
                <a:spcPts val="300"/>
              </a:spcBef>
              <a:buFont typeface="+mj-lt"/>
              <a:buAutoNum type="arabicPeriod"/>
            </a:pPr>
            <a:endParaRPr lang="en-IN" sz="1400" dirty="0">
              <a:solidFill>
                <a:schemeClr val="bg1"/>
              </a:solidFill>
              <a:latin typeface="Franklin Gothic Demi" panose="020B0703020102020204" pitchFamily="34" charset="0"/>
            </a:endParaRPr>
          </a:p>
        </p:txBody>
      </p:sp>
      <p:sp>
        <p:nvSpPr>
          <p:cNvPr id="12" name="Title 1">
            <a:extLst>
              <a:ext uri="{FF2B5EF4-FFF2-40B4-BE49-F238E27FC236}">
                <a16:creationId xmlns:a16="http://schemas.microsoft.com/office/drawing/2014/main" id="{03D7774E-8A7F-65E1-6533-915CE8CB36F8}"/>
              </a:ext>
            </a:extLst>
          </p:cNvPr>
          <p:cNvSpPr txBox="1">
            <a:spLocks/>
          </p:cNvSpPr>
          <p:nvPr/>
        </p:nvSpPr>
        <p:spPr>
          <a:xfrm>
            <a:off x="345233" y="0"/>
            <a:ext cx="2624109" cy="856344"/>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Agenda</a:t>
            </a:r>
          </a:p>
        </p:txBody>
      </p:sp>
    </p:spTree>
    <p:extLst>
      <p:ext uri="{BB962C8B-B14F-4D97-AF65-F5344CB8AC3E}">
        <p14:creationId xmlns:p14="http://schemas.microsoft.com/office/powerpoint/2010/main" val="4017174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0C9EEAE1-B032-9566-2A70-F48E0E82504F}"/>
              </a:ext>
            </a:extLst>
          </p:cNvPr>
          <p:cNvSpPr txBox="1"/>
          <p:nvPr/>
        </p:nvSpPr>
        <p:spPr>
          <a:xfrm>
            <a:off x="345232" y="856344"/>
            <a:ext cx="8798768" cy="3862596"/>
          </a:xfrm>
          <a:prstGeom prst="rect">
            <a:avLst/>
          </a:prstGeom>
          <a:noFill/>
        </p:spPr>
        <p:txBody>
          <a:bodyPr wrap="square" rtlCol="0">
            <a:spAutoFit/>
          </a:bodyPr>
          <a:lstStyle/>
          <a:p>
            <a:pPr marL="457200" indent="-457200">
              <a:spcBef>
                <a:spcPts val="300"/>
              </a:spcBef>
              <a:buFont typeface="Arial" panose="020B0604020202020204" pitchFamily="34" charset="0"/>
              <a:buChar char="•"/>
              <a:defRPr/>
            </a:pPr>
            <a:r>
              <a:rPr lang="en-IN" sz="2500" dirty="0">
                <a:solidFill>
                  <a:schemeClr val="bg1"/>
                </a:solidFill>
                <a:latin typeface="Franklin Gothic Book" panose="020B0503020102020204" pitchFamily="34" charset="0"/>
              </a:rPr>
              <a:t>Legacy programming model for AS/400</a:t>
            </a:r>
          </a:p>
          <a:p>
            <a:pPr marL="457200" indent="-457200">
              <a:spcBef>
                <a:spcPts val="300"/>
              </a:spcBef>
              <a:buFont typeface="Arial" panose="020B0604020202020204" pitchFamily="34" charset="0"/>
              <a:buChar char="•"/>
              <a:defRPr/>
            </a:pPr>
            <a:r>
              <a:rPr lang="en-IN" sz="2500" dirty="0">
                <a:solidFill>
                  <a:schemeClr val="bg1"/>
                </a:solidFill>
                <a:latin typeface="Franklin Gothic Book" panose="020B0503020102020204" pitchFamily="34" charset="0"/>
              </a:rPr>
              <a:t>Characteristics: </a:t>
            </a:r>
          </a:p>
          <a:p>
            <a:pPr marL="914400" lvl="1" indent="-457200">
              <a:spcBef>
                <a:spcPts val="300"/>
              </a:spcBef>
              <a:buFont typeface="Wingdings" panose="05000000000000000000" pitchFamily="2" charset="2"/>
              <a:buChar char="§"/>
              <a:defRPr/>
            </a:pPr>
            <a:r>
              <a:rPr lang="en-IN" sz="2500" dirty="0">
                <a:solidFill>
                  <a:schemeClr val="bg1"/>
                </a:solidFill>
                <a:latin typeface="Franklin Gothic Book" panose="020B0503020102020204" pitchFamily="34" charset="0"/>
              </a:rPr>
              <a:t>Monolithic, </a:t>
            </a:r>
          </a:p>
          <a:p>
            <a:pPr marL="914400" lvl="1" indent="-457200">
              <a:spcBef>
                <a:spcPts val="300"/>
              </a:spcBef>
              <a:buFont typeface="Wingdings" panose="05000000000000000000" pitchFamily="2" charset="2"/>
              <a:buChar char="§"/>
              <a:defRPr/>
            </a:pPr>
            <a:r>
              <a:rPr lang="en-IN" sz="2500" dirty="0">
                <a:solidFill>
                  <a:schemeClr val="bg1"/>
                </a:solidFill>
                <a:latin typeface="Franklin Gothic Book" panose="020B0503020102020204" pitchFamily="34" charset="0"/>
              </a:rPr>
              <a:t>Single-language focused</a:t>
            </a:r>
          </a:p>
          <a:p>
            <a:pPr marL="457200" indent="-457200">
              <a:spcBef>
                <a:spcPts val="300"/>
              </a:spcBef>
              <a:buFont typeface="Arial" panose="020B0604020202020204" pitchFamily="34" charset="0"/>
              <a:buChar char="•"/>
              <a:defRPr/>
            </a:pPr>
            <a:r>
              <a:rPr lang="en-IN" sz="2500" dirty="0">
                <a:solidFill>
                  <a:schemeClr val="bg1"/>
                </a:solidFill>
                <a:latin typeface="Franklin Gothic Book" panose="020B0503020102020204" pitchFamily="34" charset="0"/>
              </a:rPr>
              <a:t>Limitations: </a:t>
            </a:r>
          </a:p>
          <a:p>
            <a:pPr marL="914400" lvl="1" indent="-457200">
              <a:spcBef>
                <a:spcPts val="300"/>
              </a:spcBef>
              <a:buFont typeface="Wingdings" panose="05000000000000000000" pitchFamily="2" charset="2"/>
              <a:buChar char="§"/>
              <a:defRPr/>
            </a:pPr>
            <a:r>
              <a:rPr lang="en-IN" sz="2500" dirty="0">
                <a:solidFill>
                  <a:schemeClr val="bg1"/>
                </a:solidFill>
                <a:latin typeface="Franklin Gothic Book" panose="020B0503020102020204" pitchFamily="34" charset="0"/>
              </a:rPr>
              <a:t>No modularity, </a:t>
            </a:r>
          </a:p>
          <a:p>
            <a:pPr marL="914400" lvl="1" indent="-457200">
              <a:spcBef>
                <a:spcPts val="300"/>
              </a:spcBef>
              <a:buFont typeface="Wingdings" panose="05000000000000000000" pitchFamily="2" charset="2"/>
              <a:buChar char="§"/>
              <a:defRPr/>
            </a:pPr>
            <a:r>
              <a:rPr lang="en-IN" sz="2500" dirty="0">
                <a:solidFill>
                  <a:schemeClr val="bg1"/>
                </a:solidFill>
                <a:latin typeface="Franklin Gothic Book" panose="020B0503020102020204" pitchFamily="34" charset="0"/>
              </a:rPr>
              <a:t>Difficult to maintain</a:t>
            </a:r>
          </a:p>
          <a:p>
            <a:pPr marL="914400" lvl="1" indent="-457200">
              <a:spcBef>
                <a:spcPts val="300"/>
              </a:spcBef>
              <a:buFont typeface="Wingdings" panose="05000000000000000000" pitchFamily="2" charset="2"/>
              <a:buChar char="§"/>
              <a:defRPr/>
            </a:pPr>
            <a:r>
              <a:rPr lang="en-IN" sz="2500" dirty="0">
                <a:solidFill>
                  <a:schemeClr val="bg1"/>
                </a:solidFill>
                <a:latin typeface="Franklin Gothic Book" panose="020B0503020102020204" pitchFamily="34" charset="0"/>
              </a:rPr>
              <a:t>Limited code reusability across programs</a:t>
            </a:r>
          </a:p>
          <a:p>
            <a:pPr>
              <a:spcBef>
                <a:spcPts val="300"/>
              </a:spcBef>
              <a:defRPr/>
            </a:pPr>
            <a:endParaRPr lang="en-US" sz="2500" dirty="0">
              <a:solidFill>
                <a:schemeClr val="bg1"/>
              </a:solidFill>
              <a:latin typeface="Franklin Gothic Book" panose="020B0503020102020204" pitchFamily="34" charset="0"/>
            </a:endParaRPr>
          </a:p>
        </p:txBody>
      </p:sp>
      <p:sp>
        <p:nvSpPr>
          <p:cNvPr id="12" name="Title 1">
            <a:extLst>
              <a:ext uri="{FF2B5EF4-FFF2-40B4-BE49-F238E27FC236}">
                <a16:creationId xmlns:a16="http://schemas.microsoft.com/office/drawing/2014/main" id="{03D7774E-8A7F-65E1-6533-915CE8CB36F8}"/>
              </a:ext>
            </a:extLst>
          </p:cNvPr>
          <p:cNvSpPr txBox="1">
            <a:spLocks/>
          </p:cNvSpPr>
          <p:nvPr/>
        </p:nvSpPr>
        <p:spPr>
          <a:xfrm>
            <a:off x="345232" y="0"/>
            <a:ext cx="1768703" cy="856344"/>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0" dirty="0"/>
              <a:t>OPM</a:t>
            </a:r>
          </a:p>
        </p:txBody>
      </p:sp>
    </p:spTree>
    <p:extLst>
      <p:ext uri="{BB962C8B-B14F-4D97-AF65-F5344CB8AC3E}">
        <p14:creationId xmlns:p14="http://schemas.microsoft.com/office/powerpoint/2010/main" val="1893697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3092F-4C97-678C-8F8C-C90466569AE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53C5C66-8F8D-E937-ECF5-2FC8999655BD}"/>
              </a:ext>
            </a:extLst>
          </p:cNvPr>
          <p:cNvSpPr>
            <a:spLocks noGrp="1"/>
          </p:cNvSpPr>
          <p:nvPr>
            <p:ph type="ctrTitle"/>
          </p:nvPr>
        </p:nvSpPr>
        <p:spPr>
          <a:xfrm>
            <a:off x="379445" y="0"/>
            <a:ext cx="1144555" cy="882650"/>
          </a:xfrm>
        </p:spPr>
        <p:txBody>
          <a:bodyPr/>
          <a:lstStyle/>
          <a:p>
            <a:r>
              <a:rPr lang="en-IN" dirty="0"/>
              <a:t>ILE</a:t>
            </a:r>
          </a:p>
        </p:txBody>
      </p:sp>
      <p:sp>
        <p:nvSpPr>
          <p:cNvPr id="2" name="TextBox 1">
            <a:extLst>
              <a:ext uri="{FF2B5EF4-FFF2-40B4-BE49-F238E27FC236}">
                <a16:creationId xmlns:a16="http://schemas.microsoft.com/office/drawing/2014/main" id="{172A7105-DEE3-A959-3387-83B7AC2EAF4B}"/>
              </a:ext>
            </a:extLst>
          </p:cNvPr>
          <p:cNvSpPr txBox="1"/>
          <p:nvPr/>
        </p:nvSpPr>
        <p:spPr>
          <a:xfrm>
            <a:off x="379445" y="882650"/>
            <a:ext cx="8907954" cy="2900794"/>
          </a:xfrm>
          <a:prstGeom prst="rect">
            <a:avLst/>
          </a:prstGeom>
          <a:noFill/>
        </p:spPr>
        <p:txBody>
          <a:bodyPr wrap="square" rtlCol="0">
            <a:spAutoFit/>
          </a:bodyPr>
          <a:lstStyle/>
          <a:p>
            <a:pPr marL="457200" indent="-457200">
              <a:buFont typeface="Arial" panose="020B0604020202020204" pitchFamily="34" charset="0"/>
              <a:buChar char="•"/>
            </a:pPr>
            <a:r>
              <a:rPr lang="en-IN" sz="2500" dirty="0">
                <a:solidFill>
                  <a:schemeClr val="bg1"/>
                </a:solidFill>
              </a:rPr>
              <a:t>Modern IBM programming environment for IBM </a:t>
            </a:r>
            <a:r>
              <a:rPr lang="en-IN" sz="2500" dirty="0" err="1">
                <a:solidFill>
                  <a:schemeClr val="bg1"/>
                </a:solidFill>
              </a:rPr>
              <a:t>i</a:t>
            </a:r>
            <a:endParaRPr lang="en-IN" sz="2500" dirty="0">
              <a:solidFill>
                <a:schemeClr val="bg1"/>
              </a:solidFill>
            </a:endParaRPr>
          </a:p>
          <a:p>
            <a:pPr marL="457200" indent="-457200">
              <a:buFont typeface="Arial" panose="020B0604020202020204" pitchFamily="34" charset="0"/>
              <a:buChar char="•"/>
            </a:pPr>
            <a:r>
              <a:rPr lang="en-IN" sz="2500" dirty="0">
                <a:solidFill>
                  <a:schemeClr val="bg1"/>
                </a:solidFill>
              </a:rPr>
              <a:t>Introduced to replace OPM.</a:t>
            </a:r>
          </a:p>
          <a:p>
            <a:pPr marL="457200" indent="-457200">
              <a:buFont typeface="Arial" panose="020B0604020202020204" pitchFamily="34" charset="0"/>
              <a:buChar char="•"/>
            </a:pPr>
            <a:r>
              <a:rPr lang="en-IN" sz="2500" dirty="0">
                <a:solidFill>
                  <a:schemeClr val="bg1"/>
                </a:solidFill>
              </a:rPr>
              <a:t>Supports multiple languages:</a:t>
            </a:r>
          </a:p>
          <a:p>
            <a:pPr marL="457200" indent="-457200">
              <a:spcBef>
                <a:spcPts val="300"/>
              </a:spcBef>
              <a:buFont typeface="Arial" panose="020B0604020202020204" pitchFamily="34" charset="0"/>
              <a:buChar char="•"/>
              <a:defRPr/>
            </a:pPr>
            <a:r>
              <a:rPr lang="en-IN" sz="2500" dirty="0">
                <a:solidFill>
                  <a:schemeClr val="bg1"/>
                </a:solidFill>
                <a:latin typeface="Franklin Gothic Book" panose="020B0503020102020204" pitchFamily="34" charset="0"/>
              </a:rPr>
              <a:t>Characteristics: </a:t>
            </a:r>
          </a:p>
          <a:p>
            <a:pPr marL="914400" lvl="1" indent="-457200">
              <a:spcBef>
                <a:spcPts val="300"/>
              </a:spcBef>
              <a:buFont typeface="Wingdings" panose="05000000000000000000" pitchFamily="2" charset="2"/>
              <a:buChar char="§"/>
              <a:defRPr/>
            </a:pPr>
            <a:r>
              <a:rPr lang="en-IN" sz="2500" dirty="0">
                <a:solidFill>
                  <a:schemeClr val="bg1"/>
                </a:solidFill>
                <a:latin typeface="Franklin Gothic Book" panose="020B0503020102020204" pitchFamily="34" charset="0"/>
              </a:rPr>
              <a:t>Modularity, </a:t>
            </a:r>
          </a:p>
          <a:p>
            <a:pPr marL="914400" lvl="1" indent="-457200">
              <a:spcBef>
                <a:spcPts val="300"/>
              </a:spcBef>
              <a:buFont typeface="Wingdings" panose="05000000000000000000" pitchFamily="2" charset="2"/>
              <a:buChar char="§"/>
              <a:defRPr/>
            </a:pPr>
            <a:r>
              <a:rPr lang="en-IN" sz="2500" dirty="0">
                <a:solidFill>
                  <a:schemeClr val="bg1"/>
                </a:solidFill>
                <a:latin typeface="Franklin Gothic Book" panose="020B0503020102020204" pitchFamily="34" charset="0"/>
              </a:rPr>
              <a:t>Code Reusability</a:t>
            </a:r>
          </a:p>
          <a:p>
            <a:pPr marL="457200" indent="-457200">
              <a:buFont typeface="Arial" panose="020B0604020202020204" pitchFamily="34" charset="0"/>
              <a:buChar char="•"/>
            </a:pPr>
            <a:endParaRPr lang="en-IN" sz="2500" dirty="0">
              <a:solidFill>
                <a:schemeClr val="bg1"/>
              </a:solidFill>
            </a:endParaRPr>
          </a:p>
        </p:txBody>
      </p:sp>
    </p:spTree>
    <p:extLst>
      <p:ext uri="{BB962C8B-B14F-4D97-AF65-F5344CB8AC3E}">
        <p14:creationId xmlns:p14="http://schemas.microsoft.com/office/powerpoint/2010/main" val="2503792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269FD-D7C0-0F67-442F-42D896751CD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446B90E-0CA9-5488-2B20-1F98CAD46024}"/>
              </a:ext>
            </a:extLst>
          </p:cNvPr>
          <p:cNvSpPr>
            <a:spLocks noGrp="1"/>
          </p:cNvSpPr>
          <p:nvPr>
            <p:ph type="ctrTitle"/>
          </p:nvPr>
        </p:nvSpPr>
        <p:spPr>
          <a:xfrm>
            <a:off x="424702" y="0"/>
            <a:ext cx="3862163" cy="841135"/>
          </a:xfrm>
        </p:spPr>
        <p:txBody>
          <a:bodyPr/>
          <a:lstStyle/>
          <a:p>
            <a:r>
              <a:rPr lang="en-US" b="0" dirty="0"/>
              <a:t>ILE vs OPM</a:t>
            </a:r>
          </a:p>
        </p:txBody>
      </p:sp>
      <p:graphicFrame>
        <p:nvGraphicFramePr>
          <p:cNvPr id="2" name="Table 1">
            <a:extLst>
              <a:ext uri="{FF2B5EF4-FFF2-40B4-BE49-F238E27FC236}">
                <a16:creationId xmlns:a16="http://schemas.microsoft.com/office/drawing/2014/main" id="{6393B606-CFA1-BE57-18DD-728AF765A346}"/>
              </a:ext>
            </a:extLst>
          </p:cNvPr>
          <p:cNvGraphicFramePr>
            <a:graphicFrameLocks noGrp="1"/>
          </p:cNvGraphicFramePr>
          <p:nvPr>
            <p:extLst>
              <p:ext uri="{D42A27DB-BD31-4B8C-83A1-F6EECF244321}">
                <p14:modId xmlns:p14="http://schemas.microsoft.com/office/powerpoint/2010/main" val="2748939066"/>
              </p:ext>
            </p:extLst>
          </p:nvPr>
        </p:nvGraphicFramePr>
        <p:xfrm>
          <a:off x="424702" y="841135"/>
          <a:ext cx="8128000" cy="2856332"/>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858104409"/>
                    </a:ext>
                  </a:extLst>
                </a:gridCol>
                <a:gridCol w="4064000">
                  <a:extLst>
                    <a:ext uri="{9D8B030D-6E8A-4147-A177-3AD203B41FA5}">
                      <a16:colId xmlns:a16="http://schemas.microsoft.com/office/drawing/2014/main" val="1887605182"/>
                    </a:ext>
                  </a:extLst>
                </a:gridCol>
              </a:tblGrid>
              <a:tr h="7140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1" kern="1200" dirty="0">
                          <a:solidFill>
                            <a:schemeClr val="bg1"/>
                          </a:solidFill>
                          <a:effectLst/>
                          <a:latin typeface="+mn-lt"/>
                          <a:ea typeface="+mn-ea"/>
                          <a:cs typeface="+mn-cs"/>
                        </a:rPr>
                        <a:t>OPM</a:t>
                      </a:r>
                    </a:p>
                  </a:txBody>
                  <a:tcPr/>
                </a:tc>
                <a:tc>
                  <a:txBody>
                    <a:bodyPr/>
                    <a:lstStyle/>
                    <a:p>
                      <a:r>
                        <a:rPr lang="en-US" sz="2000" b="1" i="1">
                          <a:solidFill>
                            <a:schemeClr val="bg1"/>
                          </a:solidFill>
                        </a:rPr>
                        <a:t>ILE</a:t>
                      </a:r>
                    </a:p>
                  </a:txBody>
                  <a:tcPr/>
                </a:tc>
                <a:extLst>
                  <a:ext uri="{0D108BD9-81ED-4DB2-BD59-A6C34878D82A}">
                    <a16:rowId xmlns:a16="http://schemas.microsoft.com/office/drawing/2014/main" val="3917591534"/>
                  </a:ext>
                </a:extLst>
              </a:tr>
              <a:tr h="714083">
                <a:tc>
                  <a:txBody>
                    <a:bodyPr/>
                    <a:lstStyle/>
                    <a:p>
                      <a:r>
                        <a:rPr lang="en-US" sz="2000"/>
                        <a:t>Monolithic Programs</a:t>
                      </a:r>
                    </a:p>
                  </a:txBody>
                  <a:tcPr/>
                </a:tc>
                <a:tc>
                  <a:txBody>
                    <a:bodyPr/>
                    <a:lstStyle/>
                    <a:p>
                      <a:r>
                        <a:rPr lang="en-US" sz="2000"/>
                        <a:t>Modular Structure</a:t>
                      </a:r>
                    </a:p>
                  </a:txBody>
                  <a:tcPr/>
                </a:tc>
                <a:extLst>
                  <a:ext uri="{0D108BD9-81ED-4DB2-BD59-A6C34878D82A}">
                    <a16:rowId xmlns:a16="http://schemas.microsoft.com/office/drawing/2014/main" val="1200074439"/>
                  </a:ext>
                </a:extLst>
              </a:tr>
              <a:tr h="714083">
                <a:tc>
                  <a:txBody>
                    <a:bodyPr/>
                    <a:lstStyle/>
                    <a:p>
                      <a:r>
                        <a:rPr lang="en-US" sz="2000"/>
                        <a:t>Limited Languages</a:t>
                      </a:r>
                    </a:p>
                  </a:txBody>
                  <a:tcPr/>
                </a:tc>
                <a:tc>
                  <a:txBody>
                    <a:bodyPr/>
                    <a:lstStyle/>
                    <a:p>
                      <a:r>
                        <a:rPr lang="en-US" sz="2000" dirty="0"/>
                        <a:t>Multi-Language Support</a:t>
                      </a:r>
                    </a:p>
                  </a:txBody>
                  <a:tcPr/>
                </a:tc>
                <a:extLst>
                  <a:ext uri="{0D108BD9-81ED-4DB2-BD59-A6C34878D82A}">
                    <a16:rowId xmlns:a16="http://schemas.microsoft.com/office/drawing/2014/main" val="1427795503"/>
                  </a:ext>
                </a:extLst>
              </a:tr>
              <a:tr h="714083">
                <a:tc>
                  <a:txBody>
                    <a:bodyPr/>
                    <a:lstStyle/>
                    <a:p>
                      <a:r>
                        <a:rPr lang="en-US" sz="2000" dirty="0"/>
                        <a:t>Lower Performance</a:t>
                      </a:r>
                    </a:p>
                  </a:txBody>
                  <a:tcPr/>
                </a:tc>
                <a:tc>
                  <a:txBody>
                    <a:bodyPr/>
                    <a:lstStyle/>
                    <a:p>
                      <a:r>
                        <a:rPr lang="en-US" sz="2000" dirty="0"/>
                        <a:t>Better Performance</a:t>
                      </a:r>
                    </a:p>
                  </a:txBody>
                  <a:tcPr/>
                </a:tc>
                <a:extLst>
                  <a:ext uri="{0D108BD9-81ED-4DB2-BD59-A6C34878D82A}">
                    <a16:rowId xmlns:a16="http://schemas.microsoft.com/office/drawing/2014/main" val="1753393688"/>
                  </a:ext>
                </a:extLst>
              </a:tr>
            </a:tbl>
          </a:graphicData>
        </a:graphic>
      </p:graphicFrame>
    </p:spTree>
    <p:extLst>
      <p:ext uri="{BB962C8B-B14F-4D97-AF65-F5344CB8AC3E}">
        <p14:creationId xmlns:p14="http://schemas.microsoft.com/office/powerpoint/2010/main" val="492237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program model&#10;&#10;AI-generated content may be incorrect.">
            <a:extLst>
              <a:ext uri="{FF2B5EF4-FFF2-40B4-BE49-F238E27FC236}">
                <a16:creationId xmlns:a16="http://schemas.microsoft.com/office/drawing/2014/main" id="{0185A095-796F-3E80-92ED-8421AC25DB20}"/>
              </a:ext>
            </a:extLst>
          </p:cNvPr>
          <p:cNvPicPr>
            <a:picLocks noChangeAspect="1"/>
          </p:cNvPicPr>
          <p:nvPr/>
        </p:nvPicPr>
        <p:blipFill>
          <a:blip r:embed="rId2">
            <a:extLst>
              <a:ext uri="{28A0092B-C50C-407E-A947-70E740481C1C}">
                <a14:useLocalDpi xmlns:a14="http://schemas.microsoft.com/office/drawing/2010/main" val="0"/>
              </a:ext>
            </a:extLst>
          </a:blip>
          <a:srcRect t="13629" r="1309" b="13482"/>
          <a:stretch>
            <a:fillRect/>
          </a:stretch>
        </p:blipFill>
        <p:spPr>
          <a:xfrm>
            <a:off x="505460" y="821538"/>
            <a:ext cx="8937808" cy="4400702"/>
          </a:xfrm>
          <a:prstGeom prst="rect">
            <a:avLst/>
          </a:prstGeom>
        </p:spPr>
      </p:pic>
      <p:sp>
        <p:nvSpPr>
          <p:cNvPr id="4" name="Title 3">
            <a:extLst>
              <a:ext uri="{FF2B5EF4-FFF2-40B4-BE49-F238E27FC236}">
                <a16:creationId xmlns:a16="http://schemas.microsoft.com/office/drawing/2014/main" id="{DDC87812-6D79-4630-4A4E-7F5F74C16E50}"/>
              </a:ext>
            </a:extLst>
          </p:cNvPr>
          <p:cNvSpPr>
            <a:spLocks noGrp="1"/>
          </p:cNvSpPr>
          <p:nvPr>
            <p:ph type="ctrTitle"/>
          </p:nvPr>
        </p:nvSpPr>
        <p:spPr>
          <a:xfrm>
            <a:off x="505460" y="0"/>
            <a:ext cx="11380921" cy="821538"/>
          </a:xfrm>
        </p:spPr>
        <p:txBody>
          <a:bodyPr/>
          <a:lstStyle/>
          <a:p>
            <a:r>
              <a:rPr lang="en-US" dirty="0"/>
              <a:t>ILE Program Model Design Order</a:t>
            </a:r>
          </a:p>
        </p:txBody>
      </p:sp>
    </p:spTree>
    <p:extLst>
      <p:ext uri="{BB962C8B-B14F-4D97-AF65-F5344CB8AC3E}">
        <p14:creationId xmlns:p14="http://schemas.microsoft.com/office/powerpoint/2010/main" val="355578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E4436-C636-E597-D0B2-F165903B702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1B64CD1-983E-ABDC-9AC6-7B729E177562}"/>
              </a:ext>
            </a:extLst>
          </p:cNvPr>
          <p:cNvSpPr>
            <a:spLocks noGrp="1"/>
          </p:cNvSpPr>
          <p:nvPr>
            <p:ph type="ctrTitle"/>
          </p:nvPr>
        </p:nvSpPr>
        <p:spPr>
          <a:xfrm>
            <a:off x="424702" y="0"/>
            <a:ext cx="3567195" cy="841135"/>
          </a:xfrm>
        </p:spPr>
        <p:txBody>
          <a:bodyPr/>
          <a:lstStyle/>
          <a:p>
            <a:r>
              <a:rPr lang="en-IN" dirty="0"/>
              <a:t>Procedure</a:t>
            </a:r>
          </a:p>
        </p:txBody>
      </p:sp>
      <p:sp>
        <p:nvSpPr>
          <p:cNvPr id="6" name="TextBox 5">
            <a:extLst>
              <a:ext uri="{FF2B5EF4-FFF2-40B4-BE49-F238E27FC236}">
                <a16:creationId xmlns:a16="http://schemas.microsoft.com/office/drawing/2014/main" id="{0D98059C-8B9B-EEE6-D5E1-72D3E93E50EE}"/>
              </a:ext>
            </a:extLst>
          </p:cNvPr>
          <p:cNvSpPr txBox="1"/>
          <p:nvPr/>
        </p:nvSpPr>
        <p:spPr>
          <a:xfrm>
            <a:off x="424702" y="841135"/>
            <a:ext cx="9967522" cy="1785104"/>
          </a:xfrm>
          <a:prstGeom prst="rect">
            <a:avLst/>
          </a:prstGeom>
          <a:noFill/>
        </p:spPr>
        <p:txBody>
          <a:bodyPr wrap="square" rtlCol="0">
            <a:spAutoFit/>
          </a:bodyPr>
          <a:lstStyle/>
          <a:p>
            <a:pPr marL="285750" indent="-285750" algn="just">
              <a:spcAft>
                <a:spcPts val="600"/>
              </a:spcAft>
              <a:buFont typeface="Arial" panose="020B0604020202020204" pitchFamily="34" charset="0"/>
              <a:buChar char="•"/>
            </a:pPr>
            <a:r>
              <a:rPr lang="en-US" sz="2500" dirty="0">
                <a:solidFill>
                  <a:schemeClr val="bg1"/>
                </a:solidFill>
              </a:rPr>
              <a:t>In ILE, a procedure is a block of code that performs a specific task.</a:t>
            </a:r>
          </a:p>
          <a:p>
            <a:pPr marL="285750" indent="-285750" algn="just">
              <a:spcAft>
                <a:spcPts val="600"/>
              </a:spcAft>
              <a:buFont typeface="Arial" panose="020B0604020202020204" pitchFamily="34" charset="0"/>
              <a:buChar char="•"/>
            </a:pPr>
            <a:r>
              <a:rPr lang="en-US" sz="2500" dirty="0">
                <a:solidFill>
                  <a:schemeClr val="bg1"/>
                </a:solidFill>
              </a:rPr>
              <a:t>Main Procedures: Every RPGLE program has a main procedure that serves as the entry point of the program.</a:t>
            </a:r>
          </a:p>
          <a:p>
            <a:pPr marL="285750" indent="-285750" algn="just">
              <a:spcAft>
                <a:spcPts val="600"/>
              </a:spcAft>
              <a:buFont typeface="Arial" panose="020B0604020202020204" pitchFamily="34" charset="0"/>
              <a:buChar char="•"/>
            </a:pPr>
            <a:r>
              <a:rPr lang="en-US" sz="2500" dirty="0">
                <a:solidFill>
                  <a:schemeClr val="bg1"/>
                </a:solidFill>
              </a:rPr>
              <a:t>Sub-Procedure: These are additional procedures within the program.</a:t>
            </a:r>
          </a:p>
        </p:txBody>
      </p:sp>
    </p:spTree>
    <p:extLst>
      <p:ext uri="{BB962C8B-B14F-4D97-AF65-F5344CB8AC3E}">
        <p14:creationId xmlns:p14="http://schemas.microsoft.com/office/powerpoint/2010/main" val="3536154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139AE0-0935-3AC5-B558-9623DD8CBAC8}"/>
              </a:ext>
            </a:extLst>
          </p:cNvPr>
          <p:cNvSpPr>
            <a:spLocks noGrp="1"/>
          </p:cNvSpPr>
          <p:nvPr>
            <p:ph type="ctrTitle"/>
          </p:nvPr>
        </p:nvSpPr>
        <p:spPr>
          <a:xfrm>
            <a:off x="418974" y="0"/>
            <a:ext cx="2264861" cy="781661"/>
          </a:xfrm>
        </p:spPr>
        <p:txBody>
          <a:bodyPr/>
          <a:lstStyle/>
          <a:p>
            <a:r>
              <a:rPr lang="en-US" dirty="0"/>
              <a:t>Contd.</a:t>
            </a:r>
          </a:p>
        </p:txBody>
      </p:sp>
      <p:pic>
        <p:nvPicPr>
          <p:cNvPr id="20" name="Picture 19" descr="A screen shot of a computer program&#10;&#10;AI-generated content may be incorrect.">
            <a:extLst>
              <a:ext uri="{FF2B5EF4-FFF2-40B4-BE49-F238E27FC236}">
                <a16:creationId xmlns:a16="http://schemas.microsoft.com/office/drawing/2014/main" id="{56A535D3-5C58-55D1-5144-9A576257BBF1}"/>
              </a:ext>
            </a:extLst>
          </p:cNvPr>
          <p:cNvPicPr>
            <a:picLocks noChangeAspect="1"/>
          </p:cNvPicPr>
          <p:nvPr/>
        </p:nvPicPr>
        <p:blipFill>
          <a:blip r:embed="rId2"/>
          <a:stretch>
            <a:fillRect/>
          </a:stretch>
        </p:blipFill>
        <p:spPr>
          <a:xfrm>
            <a:off x="4226840" y="947294"/>
            <a:ext cx="3274786" cy="4499776"/>
          </a:xfrm>
          <a:prstGeom prst="rect">
            <a:avLst/>
          </a:prstGeom>
        </p:spPr>
      </p:pic>
      <p:pic>
        <p:nvPicPr>
          <p:cNvPr id="22" name="Picture 21" descr="A screen shot of a computer program&#10;&#10;AI-generated content may be incorrect.">
            <a:extLst>
              <a:ext uri="{FF2B5EF4-FFF2-40B4-BE49-F238E27FC236}">
                <a16:creationId xmlns:a16="http://schemas.microsoft.com/office/drawing/2014/main" id="{67271856-C127-2925-0900-821BCCBE3D04}"/>
              </a:ext>
            </a:extLst>
          </p:cNvPr>
          <p:cNvPicPr>
            <a:picLocks noChangeAspect="1"/>
          </p:cNvPicPr>
          <p:nvPr/>
        </p:nvPicPr>
        <p:blipFill>
          <a:blip r:embed="rId3"/>
          <a:stretch>
            <a:fillRect/>
          </a:stretch>
        </p:blipFill>
        <p:spPr>
          <a:xfrm>
            <a:off x="418974" y="947293"/>
            <a:ext cx="3274786" cy="4499777"/>
          </a:xfrm>
          <a:prstGeom prst="rect">
            <a:avLst/>
          </a:prstGeom>
        </p:spPr>
      </p:pic>
    </p:spTree>
    <p:extLst>
      <p:ext uri="{BB962C8B-B14F-4D97-AF65-F5344CB8AC3E}">
        <p14:creationId xmlns:p14="http://schemas.microsoft.com/office/powerpoint/2010/main" val="4050417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E7F2F-89D5-EBC7-C52C-1C291729A5A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B7BC58-FF3F-278A-1B59-D2142B17E22C}"/>
              </a:ext>
            </a:extLst>
          </p:cNvPr>
          <p:cNvSpPr>
            <a:spLocks noGrp="1"/>
          </p:cNvSpPr>
          <p:nvPr>
            <p:ph type="ctrTitle"/>
          </p:nvPr>
        </p:nvSpPr>
        <p:spPr>
          <a:xfrm>
            <a:off x="391583" y="0"/>
            <a:ext cx="11408834" cy="841135"/>
          </a:xfrm>
        </p:spPr>
        <p:txBody>
          <a:bodyPr/>
          <a:lstStyle/>
          <a:p>
            <a:r>
              <a:rPr lang="en-IN" dirty="0"/>
              <a:t>Modules</a:t>
            </a:r>
          </a:p>
        </p:txBody>
      </p:sp>
      <p:sp>
        <p:nvSpPr>
          <p:cNvPr id="8" name="TextBox 7">
            <a:extLst>
              <a:ext uri="{FF2B5EF4-FFF2-40B4-BE49-F238E27FC236}">
                <a16:creationId xmlns:a16="http://schemas.microsoft.com/office/drawing/2014/main" id="{AF306151-FA9C-664E-5768-B4AFC822068F}"/>
              </a:ext>
            </a:extLst>
          </p:cNvPr>
          <p:cNvSpPr txBox="1"/>
          <p:nvPr/>
        </p:nvSpPr>
        <p:spPr>
          <a:xfrm>
            <a:off x="391583" y="841135"/>
            <a:ext cx="10431588" cy="2785378"/>
          </a:xfrm>
          <a:prstGeom prst="rect">
            <a:avLst/>
          </a:prstGeom>
          <a:noFill/>
        </p:spPr>
        <p:txBody>
          <a:bodyPr wrap="square">
            <a:spAutoFit/>
          </a:bodyPr>
          <a:lstStyle/>
          <a:p>
            <a:pPr marL="342900" indent="-342900">
              <a:buFont typeface="Arial" panose="020B0604020202020204" pitchFamily="34" charset="0"/>
              <a:buChar char="•"/>
            </a:pPr>
            <a:r>
              <a:rPr lang="en-US" sz="2500" dirty="0">
                <a:solidFill>
                  <a:schemeClr val="bg1"/>
                </a:solidFill>
              </a:rPr>
              <a:t>Collection of procedures compiled together; not directly executable.</a:t>
            </a:r>
          </a:p>
          <a:p>
            <a:pPr marL="342900" indent="-342900">
              <a:buFont typeface="Arial" panose="020B0604020202020204" pitchFamily="34" charset="0"/>
              <a:buChar char="•"/>
            </a:pPr>
            <a:r>
              <a:rPr lang="en-US" sz="2500" dirty="0">
                <a:solidFill>
                  <a:schemeClr val="bg1"/>
                </a:solidFill>
              </a:rPr>
              <a:t>Compilation creates a MODULE object (e.g., RPGLE, CLLE).</a:t>
            </a:r>
          </a:p>
          <a:p>
            <a:pPr marL="342900" indent="-342900">
              <a:buFont typeface="Arial" panose="020B0604020202020204" pitchFamily="34" charset="0"/>
              <a:buChar char="•"/>
            </a:pPr>
            <a:r>
              <a:rPr lang="en-US" sz="2500" dirty="0">
                <a:solidFill>
                  <a:schemeClr val="bg1"/>
                </a:solidFill>
              </a:rPr>
              <a:t>Modules must be bound into a program or service program to execute or reuse.</a:t>
            </a:r>
          </a:p>
          <a:p>
            <a:pPr marL="342900" indent="-342900">
              <a:buFont typeface="Arial" panose="020B0604020202020204" pitchFamily="34" charset="0"/>
              <a:buChar char="•"/>
            </a:pPr>
            <a:r>
              <a:rPr lang="en-US" sz="2500" dirty="0">
                <a:solidFill>
                  <a:schemeClr val="bg1"/>
                </a:solidFill>
              </a:rPr>
              <a:t>Commands:</a:t>
            </a:r>
          </a:p>
          <a:p>
            <a:pPr marL="800100" lvl="1" indent="-342900">
              <a:buFont typeface="Wingdings" panose="05000000000000000000" pitchFamily="2" charset="2"/>
              <a:buChar char="§"/>
            </a:pPr>
            <a:r>
              <a:rPr lang="en-US" sz="2500" dirty="0">
                <a:solidFill>
                  <a:schemeClr val="bg1"/>
                </a:solidFill>
              </a:rPr>
              <a:t>CRTRPGMOD – Create RPG module</a:t>
            </a:r>
          </a:p>
          <a:p>
            <a:pPr marL="800100" lvl="1" indent="-342900">
              <a:buFont typeface="Wingdings" panose="05000000000000000000" pitchFamily="2" charset="2"/>
              <a:buChar char="§"/>
            </a:pPr>
            <a:r>
              <a:rPr lang="en-US" sz="2500" dirty="0">
                <a:solidFill>
                  <a:schemeClr val="bg1"/>
                </a:solidFill>
              </a:rPr>
              <a:t>CRTSQLRPGI – Create SQLRPGLE module</a:t>
            </a:r>
          </a:p>
        </p:txBody>
      </p:sp>
      <p:sp>
        <p:nvSpPr>
          <p:cNvPr id="3" name="TextBox 2">
            <a:extLst>
              <a:ext uri="{FF2B5EF4-FFF2-40B4-BE49-F238E27FC236}">
                <a16:creationId xmlns:a16="http://schemas.microsoft.com/office/drawing/2014/main" id="{39D6BFFD-33CB-7F96-4874-86F1E0B54FEA}"/>
              </a:ext>
            </a:extLst>
          </p:cNvPr>
          <p:cNvSpPr txBox="1"/>
          <p:nvPr/>
        </p:nvSpPr>
        <p:spPr>
          <a:xfrm>
            <a:off x="488833" y="3626513"/>
            <a:ext cx="10237088" cy="861774"/>
          </a:xfrm>
          <a:prstGeom prst="rect">
            <a:avLst/>
          </a:prstGeom>
          <a:noFill/>
        </p:spPr>
        <p:txBody>
          <a:bodyPr wrap="square">
            <a:spAutoFit/>
          </a:bodyPr>
          <a:lstStyle/>
          <a:p>
            <a:r>
              <a:rPr lang="en-US" sz="2500" dirty="0">
                <a:solidFill>
                  <a:schemeClr val="bg1"/>
                </a:solidFill>
              </a:rPr>
              <a:t>===&gt; CRTRPGMOD   MODULE(SHESHANKS1/SRV003) SRCFILE(SHESHANKS1/PRACTICE) SRCMBR(SRV003) REPLACE(*YES)</a:t>
            </a:r>
            <a:endParaRPr lang="en-US" sz="2500" dirty="0">
              <a:solidFill>
                <a:schemeClr val="bg1"/>
              </a:solidFill>
              <a:highlight>
                <a:srgbClr val="000000"/>
              </a:highlight>
            </a:endParaRPr>
          </a:p>
        </p:txBody>
      </p:sp>
    </p:spTree>
    <p:extLst>
      <p:ext uri="{BB962C8B-B14F-4D97-AF65-F5344CB8AC3E}">
        <p14:creationId xmlns:p14="http://schemas.microsoft.com/office/powerpoint/2010/main" val="2728818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890C5-5849-92E7-C833-B079B37BCA5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4E231FA-A594-29B8-225B-C705D9A3423A}"/>
              </a:ext>
            </a:extLst>
          </p:cNvPr>
          <p:cNvSpPr>
            <a:spLocks noGrp="1"/>
          </p:cNvSpPr>
          <p:nvPr>
            <p:ph type="ctrTitle"/>
          </p:nvPr>
        </p:nvSpPr>
        <p:spPr>
          <a:xfrm>
            <a:off x="300914" y="0"/>
            <a:ext cx="10231311" cy="841135"/>
          </a:xfrm>
        </p:spPr>
        <p:txBody>
          <a:bodyPr/>
          <a:lstStyle/>
          <a:p>
            <a:r>
              <a:rPr lang="en-IN" sz="4800" dirty="0"/>
              <a:t>Bind by Copy vs Bind by Reference</a:t>
            </a:r>
          </a:p>
        </p:txBody>
      </p:sp>
      <p:sp>
        <p:nvSpPr>
          <p:cNvPr id="2" name="TextBox 1">
            <a:extLst>
              <a:ext uri="{FF2B5EF4-FFF2-40B4-BE49-F238E27FC236}">
                <a16:creationId xmlns:a16="http://schemas.microsoft.com/office/drawing/2014/main" id="{7ECAF281-254A-318F-601E-7B6669A81781}"/>
              </a:ext>
            </a:extLst>
          </p:cNvPr>
          <p:cNvSpPr txBox="1"/>
          <p:nvPr/>
        </p:nvSpPr>
        <p:spPr>
          <a:xfrm>
            <a:off x="300915" y="841135"/>
            <a:ext cx="6326028" cy="5247590"/>
          </a:xfrm>
          <a:prstGeom prst="rect">
            <a:avLst/>
          </a:prstGeom>
          <a:noFill/>
        </p:spPr>
        <p:txBody>
          <a:bodyPr wrap="square" rtlCol="0">
            <a:spAutoFit/>
          </a:bodyPr>
          <a:lstStyle/>
          <a:p>
            <a:pPr marL="342900" indent="-342900" algn="just">
              <a:spcAft>
                <a:spcPts val="600"/>
              </a:spcAft>
              <a:buFont typeface="Arial" panose="020B0604020202020204" pitchFamily="34" charset="0"/>
              <a:buChar char="•"/>
            </a:pPr>
            <a:r>
              <a:rPr lang="en-US" sz="2500" dirty="0">
                <a:solidFill>
                  <a:schemeClr val="bg1"/>
                </a:solidFill>
              </a:rPr>
              <a:t>Bind by Copy</a:t>
            </a:r>
          </a:p>
          <a:p>
            <a:pPr marL="800100" lvl="1" indent="-342900" algn="just">
              <a:spcAft>
                <a:spcPts val="600"/>
              </a:spcAft>
              <a:buFont typeface="Wingdings" panose="05000000000000000000" pitchFamily="2" charset="2"/>
              <a:buChar char="§"/>
            </a:pPr>
            <a:r>
              <a:rPr lang="en-US" sz="2500" dirty="0">
                <a:solidFill>
                  <a:schemeClr val="bg1"/>
                </a:solidFill>
              </a:rPr>
              <a:t>Copies module code into the program at compile time</a:t>
            </a:r>
          </a:p>
          <a:p>
            <a:pPr marL="800100" lvl="1" indent="-342900" algn="just">
              <a:spcAft>
                <a:spcPts val="600"/>
              </a:spcAft>
              <a:buFont typeface="Wingdings" panose="05000000000000000000" pitchFamily="2" charset="2"/>
              <a:buChar char="§"/>
            </a:pPr>
            <a:r>
              <a:rPr lang="en-US" sz="2500" dirty="0">
                <a:solidFill>
                  <a:schemeClr val="bg1"/>
                </a:solidFill>
              </a:rPr>
              <a:t>After CRTPGM, *MODULE objects can be deleted; program still works</a:t>
            </a:r>
          </a:p>
          <a:p>
            <a:pPr marL="800100" lvl="1" indent="-342900" algn="just">
              <a:spcAft>
                <a:spcPts val="600"/>
              </a:spcAft>
              <a:buFont typeface="Wingdings" panose="05000000000000000000" pitchFamily="2" charset="2"/>
              <a:buChar char="§"/>
            </a:pPr>
            <a:endParaRPr lang="en-US" sz="2500" dirty="0">
              <a:solidFill>
                <a:schemeClr val="bg1"/>
              </a:solidFill>
            </a:endParaRPr>
          </a:p>
          <a:p>
            <a:pPr marL="285750" indent="-285750" algn="just">
              <a:spcAft>
                <a:spcPts val="600"/>
              </a:spcAft>
              <a:buFont typeface="Arial" panose="020B0604020202020204" pitchFamily="34" charset="0"/>
              <a:buChar char="•"/>
            </a:pPr>
            <a:r>
              <a:rPr lang="en-US" sz="2500" dirty="0">
                <a:solidFill>
                  <a:schemeClr val="bg1"/>
                </a:solidFill>
              </a:rPr>
              <a:t>Bind by Reference</a:t>
            </a:r>
          </a:p>
          <a:p>
            <a:pPr marL="800100" lvl="1" indent="-342900" algn="just">
              <a:spcAft>
                <a:spcPts val="600"/>
              </a:spcAft>
              <a:buFont typeface="Wingdings" panose="05000000000000000000" pitchFamily="2" charset="2"/>
              <a:buChar char="§"/>
            </a:pPr>
            <a:r>
              <a:rPr lang="en-US" sz="2500" dirty="0">
                <a:solidFill>
                  <a:schemeClr val="bg1"/>
                </a:solidFill>
              </a:rPr>
              <a:t>Links to another program at runtime using symbolic links</a:t>
            </a:r>
          </a:p>
          <a:p>
            <a:pPr marL="800100" lvl="1" indent="-342900" algn="just">
              <a:spcAft>
                <a:spcPts val="600"/>
              </a:spcAft>
              <a:buFont typeface="Wingdings" panose="05000000000000000000" pitchFamily="2" charset="2"/>
              <a:buChar char="§"/>
            </a:pPr>
            <a:r>
              <a:rPr lang="en-US" sz="2500" dirty="0">
                <a:solidFill>
                  <a:schemeClr val="bg1"/>
                </a:solidFill>
              </a:rPr>
              <a:t>Binding occurs when program is called using CALL</a:t>
            </a:r>
          </a:p>
          <a:p>
            <a:pPr marL="285750" indent="-285750" algn="just">
              <a:spcAft>
                <a:spcPts val="600"/>
              </a:spcAft>
              <a:buFont typeface="Arial" panose="020B0604020202020204" pitchFamily="34" charset="0"/>
              <a:buChar char="•"/>
            </a:pPr>
            <a:endParaRPr lang="en-US" sz="2500" dirty="0">
              <a:solidFill>
                <a:schemeClr val="bg1"/>
              </a:solidFill>
            </a:endParaRPr>
          </a:p>
        </p:txBody>
      </p:sp>
      <p:pic>
        <p:nvPicPr>
          <p:cNvPr id="5" name="Picture 4">
            <a:extLst>
              <a:ext uri="{FF2B5EF4-FFF2-40B4-BE49-F238E27FC236}">
                <a16:creationId xmlns:a16="http://schemas.microsoft.com/office/drawing/2014/main" id="{A4866F9B-321C-CA9C-94B3-8F636B6B9AD6}"/>
              </a:ext>
            </a:extLst>
          </p:cNvPr>
          <p:cNvPicPr>
            <a:picLocks noChangeAspect="1"/>
          </p:cNvPicPr>
          <p:nvPr/>
        </p:nvPicPr>
        <p:blipFill>
          <a:blip r:embed="rId3"/>
          <a:stretch>
            <a:fillRect/>
          </a:stretch>
        </p:blipFill>
        <p:spPr>
          <a:xfrm>
            <a:off x="300914" y="3064845"/>
            <a:ext cx="9160034" cy="266723"/>
          </a:xfrm>
          <a:prstGeom prst="rect">
            <a:avLst/>
          </a:prstGeom>
        </p:spPr>
      </p:pic>
      <p:pic>
        <p:nvPicPr>
          <p:cNvPr id="7" name="Picture 6" descr="A screenshot of a computer program&#10;&#10;AI-generated content may be incorrect.">
            <a:extLst>
              <a:ext uri="{FF2B5EF4-FFF2-40B4-BE49-F238E27FC236}">
                <a16:creationId xmlns:a16="http://schemas.microsoft.com/office/drawing/2014/main" id="{BE6ACECE-204C-C9CE-327E-D354BAA85A8D}"/>
              </a:ext>
            </a:extLst>
          </p:cNvPr>
          <p:cNvPicPr>
            <a:picLocks noChangeAspect="1"/>
          </p:cNvPicPr>
          <p:nvPr/>
        </p:nvPicPr>
        <p:blipFill>
          <a:blip r:embed="rId4"/>
          <a:stretch>
            <a:fillRect/>
          </a:stretch>
        </p:blipFill>
        <p:spPr>
          <a:xfrm>
            <a:off x="7512072" y="3429000"/>
            <a:ext cx="3303411" cy="3071245"/>
          </a:xfrm>
          <a:prstGeom prst="rect">
            <a:avLst/>
          </a:prstGeom>
        </p:spPr>
      </p:pic>
    </p:spTree>
    <p:extLst>
      <p:ext uri="{BB962C8B-B14F-4D97-AF65-F5344CB8AC3E}">
        <p14:creationId xmlns:p14="http://schemas.microsoft.com/office/powerpoint/2010/main" val="1909677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0F375-96EC-4FCD-DBAD-61967232627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93A15B9-EF2A-FA6E-BF2D-2D296763C565}"/>
              </a:ext>
            </a:extLst>
          </p:cNvPr>
          <p:cNvSpPr>
            <a:spLocks noGrp="1"/>
          </p:cNvSpPr>
          <p:nvPr>
            <p:ph type="ctrTitle"/>
          </p:nvPr>
        </p:nvSpPr>
        <p:spPr>
          <a:xfrm>
            <a:off x="424702" y="0"/>
            <a:ext cx="5926937" cy="841135"/>
          </a:xfrm>
        </p:spPr>
        <p:txBody>
          <a:bodyPr/>
          <a:lstStyle/>
          <a:p>
            <a:r>
              <a:rPr lang="en-IN" dirty="0"/>
              <a:t>Binder Language</a:t>
            </a:r>
          </a:p>
        </p:txBody>
      </p:sp>
      <p:sp>
        <p:nvSpPr>
          <p:cNvPr id="6" name="TextBox 5">
            <a:extLst>
              <a:ext uri="{FF2B5EF4-FFF2-40B4-BE49-F238E27FC236}">
                <a16:creationId xmlns:a16="http://schemas.microsoft.com/office/drawing/2014/main" id="{23404B5C-A1B8-F476-052D-0AC502920E15}"/>
              </a:ext>
            </a:extLst>
          </p:cNvPr>
          <p:cNvSpPr txBox="1"/>
          <p:nvPr/>
        </p:nvSpPr>
        <p:spPr>
          <a:xfrm>
            <a:off x="424702" y="841135"/>
            <a:ext cx="11342596" cy="3554819"/>
          </a:xfrm>
          <a:prstGeom prst="rect">
            <a:avLst/>
          </a:prstGeom>
          <a:noFill/>
        </p:spPr>
        <p:txBody>
          <a:bodyPr wrap="square" rtlCol="0">
            <a:spAutoFit/>
          </a:bodyPr>
          <a:lstStyle/>
          <a:p>
            <a:pPr marL="285750" indent="-285750" algn="just">
              <a:spcAft>
                <a:spcPts val="600"/>
              </a:spcAft>
              <a:buFont typeface="Arial" panose="020B0604020202020204" pitchFamily="34" charset="0"/>
              <a:buChar char="•"/>
            </a:pPr>
            <a:r>
              <a:rPr lang="en-US" sz="2500" dirty="0">
                <a:solidFill>
                  <a:schemeClr val="bg1"/>
                </a:solidFill>
              </a:rPr>
              <a:t>A non-executable code used to define exports of procedures and data items for service programs.</a:t>
            </a:r>
          </a:p>
          <a:p>
            <a:pPr marL="285750" indent="-285750" algn="just">
              <a:spcAft>
                <a:spcPts val="600"/>
              </a:spcAft>
              <a:buFont typeface="Arial" panose="020B0604020202020204" pitchFamily="34" charset="0"/>
              <a:buChar char="•"/>
            </a:pPr>
            <a:r>
              <a:rPr lang="en-US" sz="2500" dirty="0">
                <a:solidFill>
                  <a:schemeClr val="bg1"/>
                </a:solidFill>
              </a:rPr>
              <a:t>Prevents signature violations.</a:t>
            </a:r>
          </a:p>
          <a:p>
            <a:pPr marL="285750" indent="-285750" algn="just">
              <a:spcAft>
                <a:spcPts val="600"/>
              </a:spcAft>
              <a:buFont typeface="Arial" panose="020B0604020202020204" pitchFamily="34" charset="0"/>
              <a:buChar char="•"/>
            </a:pPr>
            <a:r>
              <a:rPr lang="en-US" sz="2500" dirty="0">
                <a:solidFill>
                  <a:schemeClr val="bg1"/>
                </a:solidFill>
              </a:rPr>
              <a:t>Object Type: BND.</a:t>
            </a:r>
          </a:p>
          <a:p>
            <a:pPr marL="285750" indent="-285750" algn="just">
              <a:spcAft>
                <a:spcPts val="600"/>
              </a:spcAft>
              <a:buFont typeface="Arial" panose="020B0604020202020204" pitchFamily="34" charset="0"/>
              <a:buChar char="•"/>
            </a:pPr>
            <a:r>
              <a:rPr lang="en-US" sz="2500" dirty="0">
                <a:solidFill>
                  <a:schemeClr val="bg1"/>
                </a:solidFill>
              </a:rPr>
              <a:t>Procedures are written between start and end program expressions.</a:t>
            </a:r>
          </a:p>
          <a:p>
            <a:pPr marL="285750" indent="-285750" algn="just">
              <a:spcAft>
                <a:spcPts val="600"/>
              </a:spcAft>
              <a:buFont typeface="Arial" panose="020B0604020202020204" pitchFamily="34" charset="0"/>
              <a:buChar char="•"/>
            </a:pPr>
            <a:r>
              <a:rPr lang="en-US" sz="2500" dirty="0">
                <a:solidFill>
                  <a:schemeClr val="bg1"/>
                </a:solidFill>
              </a:rPr>
              <a:t>When new procedures are added, the previous set becomes old, and the new set is current.</a:t>
            </a:r>
          </a:p>
          <a:p>
            <a:pPr marL="285750" indent="-285750" algn="just">
              <a:spcAft>
                <a:spcPts val="600"/>
              </a:spcAft>
              <a:buFont typeface="Arial" panose="020B0604020202020204" pitchFamily="34" charset="0"/>
              <a:buChar char="•"/>
            </a:pPr>
            <a:r>
              <a:rPr lang="en-US" sz="2500" dirty="0">
                <a:solidFill>
                  <a:schemeClr val="bg1"/>
                </a:solidFill>
              </a:rPr>
              <a:t>Service programs must be updated with binder language.</a:t>
            </a:r>
          </a:p>
        </p:txBody>
      </p:sp>
    </p:spTree>
    <p:extLst>
      <p:ext uri="{BB962C8B-B14F-4D97-AF65-F5344CB8AC3E}">
        <p14:creationId xmlns:p14="http://schemas.microsoft.com/office/powerpoint/2010/main" val="2551891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141FAA5B-8AA0-DD7C-A7A9-953C71A1927F}"/>
              </a:ext>
            </a:extLst>
          </p:cNvPr>
          <p:cNvPicPr>
            <a:picLocks noChangeAspect="1"/>
          </p:cNvPicPr>
          <p:nvPr/>
        </p:nvPicPr>
        <p:blipFill>
          <a:blip r:embed="rId2"/>
          <a:stretch>
            <a:fillRect/>
          </a:stretch>
        </p:blipFill>
        <p:spPr>
          <a:xfrm>
            <a:off x="433439" y="816926"/>
            <a:ext cx="5791702" cy="1569856"/>
          </a:xfrm>
          <a:prstGeom prst="rect">
            <a:avLst/>
          </a:prstGeom>
        </p:spPr>
      </p:pic>
      <p:pic>
        <p:nvPicPr>
          <p:cNvPr id="7" name="Picture 6" descr="A green numbers and letters on a black background&#10;&#10;AI-generated content may be incorrect.">
            <a:extLst>
              <a:ext uri="{FF2B5EF4-FFF2-40B4-BE49-F238E27FC236}">
                <a16:creationId xmlns:a16="http://schemas.microsoft.com/office/drawing/2014/main" id="{9EA93AC0-8219-9411-67B5-4F84C8DB9206}"/>
              </a:ext>
            </a:extLst>
          </p:cNvPr>
          <p:cNvPicPr>
            <a:picLocks noChangeAspect="1"/>
          </p:cNvPicPr>
          <p:nvPr/>
        </p:nvPicPr>
        <p:blipFill>
          <a:blip r:embed="rId3"/>
          <a:stretch>
            <a:fillRect/>
          </a:stretch>
        </p:blipFill>
        <p:spPr>
          <a:xfrm>
            <a:off x="433439" y="2605486"/>
            <a:ext cx="5791702" cy="1196444"/>
          </a:xfrm>
          <a:prstGeom prst="rect">
            <a:avLst/>
          </a:prstGeom>
        </p:spPr>
      </p:pic>
      <p:sp>
        <p:nvSpPr>
          <p:cNvPr id="8" name="Title 7">
            <a:extLst>
              <a:ext uri="{FF2B5EF4-FFF2-40B4-BE49-F238E27FC236}">
                <a16:creationId xmlns:a16="http://schemas.microsoft.com/office/drawing/2014/main" id="{2A64D0FD-4EF8-970B-A743-9D7C8933D265}"/>
              </a:ext>
            </a:extLst>
          </p:cNvPr>
          <p:cNvSpPr>
            <a:spLocks noGrp="1"/>
          </p:cNvSpPr>
          <p:nvPr>
            <p:ph type="ctrTitle"/>
          </p:nvPr>
        </p:nvSpPr>
        <p:spPr>
          <a:xfrm>
            <a:off x="433439" y="0"/>
            <a:ext cx="2447413" cy="816926"/>
          </a:xfrm>
        </p:spPr>
        <p:txBody>
          <a:bodyPr/>
          <a:lstStyle/>
          <a:p>
            <a:r>
              <a:rPr lang="en-US" dirty="0"/>
              <a:t>Contd.</a:t>
            </a:r>
          </a:p>
        </p:txBody>
      </p:sp>
    </p:spTree>
    <p:extLst>
      <p:ext uri="{BB962C8B-B14F-4D97-AF65-F5344CB8AC3E}">
        <p14:creationId xmlns:p14="http://schemas.microsoft.com/office/powerpoint/2010/main" val="1397802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11DF0-9DF0-F5E3-5863-0B63F2C9400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7E00C1E-66AD-3571-A838-7A699334523D}"/>
              </a:ext>
            </a:extLst>
          </p:cNvPr>
          <p:cNvSpPr>
            <a:spLocks noGrp="1"/>
          </p:cNvSpPr>
          <p:nvPr>
            <p:ph type="ctrTitle"/>
          </p:nvPr>
        </p:nvSpPr>
        <p:spPr>
          <a:xfrm>
            <a:off x="348963" y="0"/>
            <a:ext cx="11767298" cy="841135"/>
          </a:xfrm>
        </p:spPr>
        <p:txBody>
          <a:bodyPr/>
          <a:lstStyle/>
          <a:p>
            <a:r>
              <a:rPr lang="en-IN" dirty="0"/>
              <a:t>Service Program</a:t>
            </a:r>
          </a:p>
        </p:txBody>
      </p:sp>
      <p:sp>
        <p:nvSpPr>
          <p:cNvPr id="14" name="TextBox 13">
            <a:extLst>
              <a:ext uri="{FF2B5EF4-FFF2-40B4-BE49-F238E27FC236}">
                <a16:creationId xmlns:a16="http://schemas.microsoft.com/office/drawing/2014/main" id="{4B5B0EEA-F0B1-EBEC-EC95-67D4D917D54C}"/>
              </a:ext>
            </a:extLst>
          </p:cNvPr>
          <p:cNvSpPr txBox="1"/>
          <p:nvPr/>
        </p:nvSpPr>
        <p:spPr>
          <a:xfrm>
            <a:off x="348963" y="841135"/>
            <a:ext cx="11255604" cy="2785378"/>
          </a:xfrm>
          <a:prstGeom prst="rect">
            <a:avLst/>
          </a:prstGeom>
          <a:noFill/>
        </p:spPr>
        <p:txBody>
          <a:bodyPr wrap="square" rtlCol="0">
            <a:spAutoFit/>
          </a:bodyPr>
          <a:lstStyle/>
          <a:p>
            <a:pPr marL="457200" indent="-457200" algn="just">
              <a:spcAft>
                <a:spcPts val="600"/>
              </a:spcAft>
              <a:buFont typeface="Arial" panose="020B0604020202020204" pitchFamily="34" charset="0"/>
              <a:buChar char="•"/>
            </a:pPr>
            <a:r>
              <a:rPr lang="en-US" sz="2500" dirty="0">
                <a:solidFill>
                  <a:schemeClr val="bg1"/>
                </a:solidFill>
              </a:rPr>
              <a:t>Collection of modules and procedures for reuse.</a:t>
            </a:r>
          </a:p>
          <a:p>
            <a:pPr marL="457200" indent="-457200" algn="just">
              <a:spcAft>
                <a:spcPts val="600"/>
              </a:spcAft>
              <a:buFont typeface="Arial" panose="020B0604020202020204" pitchFamily="34" charset="0"/>
              <a:buChar char="•"/>
            </a:pPr>
            <a:r>
              <a:rPr lang="en-US" sz="2500" dirty="0">
                <a:solidFill>
                  <a:schemeClr val="bg1"/>
                </a:solidFill>
              </a:rPr>
              <a:t>Commands : CRTSRVPGM ,DSPSRVPGM, UPDSRVPGM</a:t>
            </a:r>
          </a:p>
          <a:p>
            <a:pPr marL="457200" indent="-457200" algn="just">
              <a:spcAft>
                <a:spcPts val="600"/>
              </a:spcAft>
              <a:buFont typeface="Arial" panose="020B0604020202020204" pitchFamily="34" charset="0"/>
              <a:buChar char="•"/>
            </a:pPr>
            <a:r>
              <a:rPr lang="en-US" sz="2500" dirty="0">
                <a:solidFill>
                  <a:schemeClr val="bg1"/>
                </a:solidFill>
              </a:rPr>
              <a:t>A signature is assigned when created.</a:t>
            </a:r>
          </a:p>
          <a:p>
            <a:pPr marL="457200" indent="-457200" algn="just">
              <a:spcAft>
                <a:spcPts val="600"/>
              </a:spcAft>
              <a:buFont typeface="Arial" panose="020B0604020202020204" pitchFamily="34" charset="0"/>
              <a:buChar char="•"/>
            </a:pPr>
            <a:r>
              <a:rPr lang="en-US" sz="2500" dirty="0">
                <a:solidFill>
                  <a:schemeClr val="bg1"/>
                </a:solidFill>
              </a:rPr>
              <a:t>Signature changes when service program is updated.</a:t>
            </a:r>
          </a:p>
          <a:p>
            <a:pPr marL="457200" indent="-457200" algn="just">
              <a:spcAft>
                <a:spcPts val="600"/>
              </a:spcAft>
              <a:buFont typeface="Arial" panose="020B0604020202020204" pitchFamily="34" charset="0"/>
              <a:buChar char="•"/>
            </a:pPr>
            <a:r>
              <a:rPr lang="en-US" sz="2500" dirty="0">
                <a:solidFill>
                  <a:schemeClr val="bg1"/>
                </a:solidFill>
              </a:rPr>
              <a:t>Programs must be recompiled after update to avoid violation.</a:t>
            </a:r>
          </a:p>
          <a:p>
            <a:pPr marL="457200" indent="-457200" algn="just">
              <a:spcAft>
                <a:spcPts val="600"/>
              </a:spcAft>
              <a:buFont typeface="Arial" panose="020B0604020202020204" pitchFamily="34" charset="0"/>
              <a:buChar char="•"/>
            </a:pPr>
            <a:r>
              <a:rPr lang="en-US" sz="2500" dirty="0">
                <a:solidFill>
                  <a:schemeClr val="bg1"/>
                </a:solidFill>
              </a:rPr>
              <a:t>Signature violation occurs if export list changes.</a:t>
            </a:r>
          </a:p>
        </p:txBody>
      </p:sp>
    </p:spTree>
    <p:extLst>
      <p:ext uri="{BB962C8B-B14F-4D97-AF65-F5344CB8AC3E}">
        <p14:creationId xmlns:p14="http://schemas.microsoft.com/office/powerpoint/2010/main" val="1214672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 program&#10;&#10;AI-generated content may be incorrect.">
            <a:extLst>
              <a:ext uri="{FF2B5EF4-FFF2-40B4-BE49-F238E27FC236}">
                <a16:creationId xmlns:a16="http://schemas.microsoft.com/office/drawing/2014/main" id="{3DE300A8-8FE1-AA63-DEF2-D8071DC5D184}"/>
              </a:ext>
            </a:extLst>
          </p:cNvPr>
          <p:cNvPicPr>
            <a:picLocks noChangeAspect="1"/>
          </p:cNvPicPr>
          <p:nvPr/>
        </p:nvPicPr>
        <p:blipFill>
          <a:blip r:embed="rId2"/>
          <a:stretch>
            <a:fillRect/>
          </a:stretch>
        </p:blipFill>
        <p:spPr>
          <a:xfrm>
            <a:off x="531137" y="740258"/>
            <a:ext cx="7007584" cy="3489635"/>
          </a:xfrm>
          <a:prstGeom prst="rect">
            <a:avLst/>
          </a:prstGeom>
        </p:spPr>
      </p:pic>
      <p:sp>
        <p:nvSpPr>
          <p:cNvPr id="8" name="Title 7">
            <a:extLst>
              <a:ext uri="{FF2B5EF4-FFF2-40B4-BE49-F238E27FC236}">
                <a16:creationId xmlns:a16="http://schemas.microsoft.com/office/drawing/2014/main" id="{52625246-46FD-0AAD-6053-BE37FC8117C2}"/>
              </a:ext>
            </a:extLst>
          </p:cNvPr>
          <p:cNvSpPr>
            <a:spLocks noGrp="1"/>
          </p:cNvSpPr>
          <p:nvPr>
            <p:ph type="ctrTitle"/>
          </p:nvPr>
        </p:nvSpPr>
        <p:spPr>
          <a:xfrm>
            <a:off x="531137" y="0"/>
            <a:ext cx="5491571" cy="740258"/>
          </a:xfrm>
        </p:spPr>
        <p:txBody>
          <a:bodyPr/>
          <a:lstStyle/>
          <a:p>
            <a:r>
              <a:rPr lang="en-US" dirty="0"/>
              <a:t>Contd.</a:t>
            </a:r>
          </a:p>
        </p:txBody>
      </p:sp>
    </p:spTree>
    <p:extLst>
      <p:ext uri="{BB962C8B-B14F-4D97-AF65-F5344CB8AC3E}">
        <p14:creationId xmlns:p14="http://schemas.microsoft.com/office/powerpoint/2010/main" val="284655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7DDAA-F9F5-2592-6DF1-B00839264B8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0E56190-59B9-61F0-C42B-6FF304DAED02}"/>
              </a:ext>
            </a:extLst>
          </p:cNvPr>
          <p:cNvSpPr>
            <a:spLocks noGrp="1"/>
          </p:cNvSpPr>
          <p:nvPr>
            <p:ph type="ctrTitle"/>
          </p:nvPr>
        </p:nvSpPr>
        <p:spPr>
          <a:xfrm>
            <a:off x="424702" y="0"/>
            <a:ext cx="6103917" cy="841135"/>
          </a:xfrm>
        </p:spPr>
        <p:txBody>
          <a:bodyPr/>
          <a:lstStyle/>
          <a:p>
            <a:r>
              <a:rPr lang="en-IN" dirty="0"/>
              <a:t>Binding Directory</a:t>
            </a:r>
          </a:p>
        </p:txBody>
      </p:sp>
      <p:sp>
        <p:nvSpPr>
          <p:cNvPr id="6" name="TextBox 5">
            <a:extLst>
              <a:ext uri="{FF2B5EF4-FFF2-40B4-BE49-F238E27FC236}">
                <a16:creationId xmlns:a16="http://schemas.microsoft.com/office/drawing/2014/main" id="{D32C73F9-A373-424B-09E4-BCFA653A8A14}"/>
              </a:ext>
            </a:extLst>
          </p:cNvPr>
          <p:cNvSpPr txBox="1"/>
          <p:nvPr/>
        </p:nvSpPr>
        <p:spPr>
          <a:xfrm>
            <a:off x="424702" y="841135"/>
            <a:ext cx="9450818" cy="2708434"/>
          </a:xfrm>
          <a:prstGeom prst="rect">
            <a:avLst/>
          </a:prstGeom>
          <a:noFill/>
        </p:spPr>
        <p:txBody>
          <a:bodyPr wrap="square" rtlCol="0">
            <a:spAutoFit/>
          </a:bodyPr>
          <a:lstStyle/>
          <a:p>
            <a:pPr marL="285750" indent="-285750" algn="just">
              <a:spcAft>
                <a:spcPts val="600"/>
              </a:spcAft>
              <a:buFont typeface="Arial" panose="020B0604020202020204" pitchFamily="34" charset="0"/>
              <a:buChar char="•"/>
            </a:pPr>
            <a:r>
              <a:rPr lang="en-US" sz="2500" dirty="0">
                <a:solidFill>
                  <a:schemeClr val="bg1"/>
                </a:solidFill>
              </a:rPr>
              <a:t>A collection of service programs and modules for easy binding without using CRTPGM.</a:t>
            </a:r>
          </a:p>
          <a:p>
            <a:pPr marL="285750" indent="-285750" algn="just">
              <a:spcAft>
                <a:spcPts val="600"/>
              </a:spcAft>
              <a:buFont typeface="Arial" panose="020B0604020202020204" pitchFamily="34" charset="0"/>
              <a:buChar char="•"/>
            </a:pPr>
            <a:r>
              <a:rPr lang="en-US" sz="2500" dirty="0">
                <a:solidFill>
                  <a:schemeClr val="bg1"/>
                </a:solidFill>
              </a:rPr>
              <a:t>Works with CRTBNDPRG.</a:t>
            </a:r>
          </a:p>
          <a:p>
            <a:pPr marL="285750" indent="-285750" algn="just">
              <a:spcAft>
                <a:spcPts val="600"/>
              </a:spcAft>
              <a:buFont typeface="Arial" panose="020B0604020202020204" pitchFamily="34" charset="0"/>
              <a:buChar char="•"/>
            </a:pPr>
            <a:r>
              <a:rPr lang="en-US" sz="2500" dirty="0">
                <a:solidFill>
                  <a:schemeClr val="bg1"/>
                </a:solidFill>
              </a:rPr>
              <a:t>CRTBNDDIR creates a binding directory.</a:t>
            </a:r>
          </a:p>
          <a:p>
            <a:pPr marL="285750" indent="-285750" algn="just">
              <a:spcAft>
                <a:spcPts val="600"/>
              </a:spcAft>
              <a:buFont typeface="Arial" panose="020B0604020202020204" pitchFamily="34" charset="0"/>
              <a:buChar char="•"/>
            </a:pPr>
            <a:r>
              <a:rPr lang="en-US" sz="2500" dirty="0">
                <a:solidFill>
                  <a:schemeClr val="bg1"/>
                </a:solidFill>
              </a:rPr>
              <a:t>ADDBNDDIRE adds entries; DSPBNDDIR displays it.</a:t>
            </a:r>
          </a:p>
          <a:p>
            <a:pPr marL="285750" indent="-285750" algn="just">
              <a:spcAft>
                <a:spcPts val="600"/>
              </a:spcAft>
              <a:buFont typeface="Arial" panose="020B0604020202020204" pitchFamily="34" charset="0"/>
              <a:buChar char="•"/>
            </a:pPr>
            <a:r>
              <a:rPr lang="en-US" sz="2500" dirty="0">
                <a:solidFill>
                  <a:schemeClr val="bg1"/>
                </a:solidFill>
              </a:rPr>
              <a:t>Binding is specified in H spec (CTL-OPT) or during compilation.</a:t>
            </a:r>
          </a:p>
        </p:txBody>
      </p:sp>
    </p:spTree>
    <p:extLst>
      <p:ext uri="{BB962C8B-B14F-4D97-AF65-F5344CB8AC3E}">
        <p14:creationId xmlns:p14="http://schemas.microsoft.com/office/powerpoint/2010/main" val="752257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585C4BD7-4FDB-413A-AFAE-72CA41C68458}"/>
              </a:ext>
            </a:extLst>
          </p:cNvPr>
          <p:cNvPicPr>
            <a:picLocks noChangeAspect="1"/>
          </p:cNvPicPr>
          <p:nvPr/>
        </p:nvPicPr>
        <p:blipFill>
          <a:blip r:embed="rId2"/>
          <a:stretch>
            <a:fillRect/>
          </a:stretch>
        </p:blipFill>
        <p:spPr>
          <a:xfrm>
            <a:off x="464731" y="831639"/>
            <a:ext cx="6083554" cy="2225233"/>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7BB59738-0341-7593-B78E-9EA58A3CB72B}"/>
              </a:ext>
            </a:extLst>
          </p:cNvPr>
          <p:cNvPicPr>
            <a:picLocks noChangeAspect="1"/>
          </p:cNvPicPr>
          <p:nvPr/>
        </p:nvPicPr>
        <p:blipFill>
          <a:blip r:embed="rId3"/>
          <a:stretch>
            <a:fillRect/>
          </a:stretch>
        </p:blipFill>
        <p:spPr>
          <a:xfrm>
            <a:off x="464731" y="3204823"/>
            <a:ext cx="6083554" cy="2225233"/>
          </a:xfrm>
          <a:prstGeom prst="rect">
            <a:avLst/>
          </a:prstGeom>
        </p:spPr>
      </p:pic>
      <p:pic>
        <p:nvPicPr>
          <p:cNvPr id="7" name="Picture 6" descr="A screenshot of a computer program&#10;&#10;AI-generated content may be incorrect.">
            <a:extLst>
              <a:ext uri="{FF2B5EF4-FFF2-40B4-BE49-F238E27FC236}">
                <a16:creationId xmlns:a16="http://schemas.microsoft.com/office/drawing/2014/main" id="{6ADCE94F-751D-7DE2-10F9-208570A7D34B}"/>
              </a:ext>
            </a:extLst>
          </p:cNvPr>
          <p:cNvPicPr>
            <a:picLocks noChangeAspect="1"/>
          </p:cNvPicPr>
          <p:nvPr/>
        </p:nvPicPr>
        <p:blipFill>
          <a:blip r:embed="rId4"/>
          <a:stretch>
            <a:fillRect/>
          </a:stretch>
        </p:blipFill>
        <p:spPr>
          <a:xfrm>
            <a:off x="6859958" y="831639"/>
            <a:ext cx="4092295" cy="4598417"/>
          </a:xfrm>
          <a:prstGeom prst="rect">
            <a:avLst/>
          </a:prstGeom>
        </p:spPr>
      </p:pic>
      <p:sp>
        <p:nvSpPr>
          <p:cNvPr id="8" name="Title 7">
            <a:extLst>
              <a:ext uri="{FF2B5EF4-FFF2-40B4-BE49-F238E27FC236}">
                <a16:creationId xmlns:a16="http://schemas.microsoft.com/office/drawing/2014/main" id="{BDFB8D18-1E9D-8C42-A5D2-8B4732DEDF5C}"/>
              </a:ext>
            </a:extLst>
          </p:cNvPr>
          <p:cNvSpPr>
            <a:spLocks noGrp="1"/>
          </p:cNvSpPr>
          <p:nvPr>
            <p:ph type="ctrTitle"/>
          </p:nvPr>
        </p:nvSpPr>
        <p:spPr>
          <a:xfrm>
            <a:off x="464731" y="5729"/>
            <a:ext cx="5491571" cy="825910"/>
          </a:xfrm>
        </p:spPr>
        <p:txBody>
          <a:bodyPr/>
          <a:lstStyle/>
          <a:p>
            <a:br>
              <a:rPr lang="en-US" dirty="0"/>
            </a:br>
            <a:br>
              <a:rPr lang="en-US" dirty="0"/>
            </a:br>
            <a:br>
              <a:rPr lang="en-US" dirty="0"/>
            </a:br>
            <a:br>
              <a:rPr lang="en-US" dirty="0"/>
            </a:br>
            <a:r>
              <a:rPr lang="en-US" dirty="0"/>
              <a:t>Contd.</a:t>
            </a:r>
          </a:p>
        </p:txBody>
      </p:sp>
    </p:spTree>
    <p:extLst>
      <p:ext uri="{BB962C8B-B14F-4D97-AF65-F5344CB8AC3E}">
        <p14:creationId xmlns:p14="http://schemas.microsoft.com/office/powerpoint/2010/main" val="1105000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890C5-5849-92E7-C833-B079B37BCA5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4E231FA-A594-29B8-225B-C705D9A3423A}"/>
              </a:ext>
            </a:extLst>
          </p:cNvPr>
          <p:cNvSpPr>
            <a:spLocks noGrp="1"/>
          </p:cNvSpPr>
          <p:nvPr>
            <p:ph type="ctrTitle"/>
          </p:nvPr>
        </p:nvSpPr>
        <p:spPr>
          <a:xfrm>
            <a:off x="450373" y="0"/>
            <a:ext cx="5802943" cy="841135"/>
          </a:xfrm>
        </p:spPr>
        <p:txBody>
          <a:bodyPr/>
          <a:lstStyle/>
          <a:p>
            <a:r>
              <a:rPr lang="en-IN" dirty="0"/>
              <a:t>Activation Group</a:t>
            </a:r>
          </a:p>
        </p:txBody>
      </p:sp>
      <p:sp>
        <p:nvSpPr>
          <p:cNvPr id="2" name="TextBox 1">
            <a:extLst>
              <a:ext uri="{FF2B5EF4-FFF2-40B4-BE49-F238E27FC236}">
                <a16:creationId xmlns:a16="http://schemas.microsoft.com/office/drawing/2014/main" id="{7ECAF281-254A-318F-601E-7B6669A81781}"/>
              </a:ext>
            </a:extLst>
          </p:cNvPr>
          <p:cNvSpPr txBox="1"/>
          <p:nvPr/>
        </p:nvSpPr>
        <p:spPr>
          <a:xfrm>
            <a:off x="450373" y="841135"/>
            <a:ext cx="7651408" cy="1400383"/>
          </a:xfrm>
          <a:prstGeom prst="rect">
            <a:avLst/>
          </a:prstGeom>
          <a:noFill/>
        </p:spPr>
        <p:txBody>
          <a:bodyPr wrap="square" rtlCol="0">
            <a:spAutoFit/>
          </a:bodyPr>
          <a:lstStyle/>
          <a:p>
            <a:pPr marL="285750" indent="-285750" algn="just">
              <a:spcAft>
                <a:spcPts val="600"/>
              </a:spcAft>
              <a:buFont typeface="Arial" panose="020B0604020202020204" pitchFamily="34" charset="0"/>
              <a:buChar char="•"/>
            </a:pPr>
            <a:r>
              <a:rPr lang="en-US" sz="2000" dirty="0">
                <a:solidFill>
                  <a:schemeClr val="bg1"/>
                </a:solidFill>
              </a:rPr>
              <a:t>Activation Group is a memory area where programs run; manages resources (memory, files) and program interaction.</a:t>
            </a:r>
          </a:p>
          <a:p>
            <a:pPr marL="285750" indent="-285750" algn="just">
              <a:spcAft>
                <a:spcPts val="600"/>
              </a:spcAft>
              <a:buFont typeface="Arial" panose="020B0604020202020204" pitchFamily="34" charset="0"/>
              <a:buChar char="•"/>
            </a:pPr>
            <a:r>
              <a:rPr lang="en-US" sz="2000" dirty="0">
                <a:solidFill>
                  <a:schemeClr val="bg1"/>
                </a:solidFill>
              </a:rPr>
              <a:t>ILE Program executes within an activation group; all procedures share the same group.</a:t>
            </a:r>
            <a:endParaRPr lang="en-IN" sz="1600" dirty="0">
              <a:solidFill>
                <a:schemeClr val="bg1"/>
              </a:solidFill>
            </a:endParaRPr>
          </a:p>
        </p:txBody>
      </p:sp>
      <p:pic>
        <p:nvPicPr>
          <p:cNvPr id="6" name="Picture 5" descr="A diagram of a group of colored circles&#10;&#10;AI-generated content may be incorrect.">
            <a:extLst>
              <a:ext uri="{FF2B5EF4-FFF2-40B4-BE49-F238E27FC236}">
                <a16:creationId xmlns:a16="http://schemas.microsoft.com/office/drawing/2014/main" id="{10DF0389-78FF-FABD-DD95-4F9A487EAFC2}"/>
              </a:ext>
            </a:extLst>
          </p:cNvPr>
          <p:cNvPicPr>
            <a:picLocks noChangeAspect="1"/>
          </p:cNvPicPr>
          <p:nvPr/>
        </p:nvPicPr>
        <p:blipFill>
          <a:blip r:embed="rId3"/>
          <a:stretch>
            <a:fillRect/>
          </a:stretch>
        </p:blipFill>
        <p:spPr>
          <a:xfrm>
            <a:off x="2633134" y="2380237"/>
            <a:ext cx="3462866" cy="3153066"/>
          </a:xfrm>
          <a:prstGeom prst="rect">
            <a:avLst/>
          </a:prstGeom>
        </p:spPr>
      </p:pic>
    </p:spTree>
    <p:extLst>
      <p:ext uri="{BB962C8B-B14F-4D97-AF65-F5344CB8AC3E}">
        <p14:creationId xmlns:p14="http://schemas.microsoft.com/office/powerpoint/2010/main" val="1251620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EB5349D-091C-A728-DD6F-38E954E6F841}"/>
              </a:ext>
            </a:extLst>
          </p:cNvPr>
          <p:cNvGrpSpPr/>
          <p:nvPr/>
        </p:nvGrpSpPr>
        <p:grpSpPr>
          <a:xfrm>
            <a:off x="2744692" y="899183"/>
            <a:ext cx="6702615" cy="1195087"/>
            <a:chOff x="443060" y="2837469"/>
            <a:chExt cx="4509651" cy="786332"/>
          </a:xfrm>
        </p:grpSpPr>
        <p:sp>
          <p:nvSpPr>
            <p:cNvPr id="3" name="Rectangle 2">
              <a:extLst>
                <a:ext uri="{FF2B5EF4-FFF2-40B4-BE49-F238E27FC236}">
                  <a16:creationId xmlns:a16="http://schemas.microsoft.com/office/drawing/2014/main" id="{765870ED-A126-EF3C-EFEE-5AECC4D7DA52}"/>
                </a:ext>
              </a:extLst>
            </p:cNvPr>
            <p:cNvSpPr/>
            <p:nvPr/>
          </p:nvSpPr>
          <p:spPr>
            <a:xfrm>
              <a:off x="443060" y="2837469"/>
              <a:ext cx="4330541" cy="518474"/>
            </a:xfrm>
            <a:prstGeom prst="rect">
              <a:avLst/>
            </a:prstGeom>
            <a:blipFill>
              <a:blip r:embed="rId4">
                <a:extLst>
                  <a:ext uri="{96DAC541-7B7A-43D3-8B79-37D633B846F1}">
                    <asvg:svgBlip xmlns:asvg="http://schemas.microsoft.com/office/drawing/2016/SVG/main" r:embed="rId5"/>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5A92B68F-BAF9-28BD-D561-42E2F03AC5EB}"/>
                </a:ext>
              </a:extLst>
            </p:cNvPr>
            <p:cNvSpPr txBox="1"/>
            <p:nvPr/>
          </p:nvSpPr>
          <p:spPr>
            <a:xfrm>
              <a:off x="622170" y="3355943"/>
              <a:ext cx="4330541" cy="267858"/>
            </a:xfrm>
            <a:prstGeom prst="rect">
              <a:avLst/>
            </a:prstGeom>
            <a:noFill/>
          </p:spPr>
          <p:txBody>
            <a:bodyPr wrap="square" rtlCol="0">
              <a:spAutoFit/>
            </a:bodyPr>
            <a:lstStyle/>
            <a:p>
              <a:pPr marL="0" indent="0" algn="ctr">
                <a:buNone/>
              </a:pPr>
              <a:r>
                <a:rPr lang="en-IN" sz="3600" spc="600">
                  <a:solidFill>
                    <a:schemeClr val="bg1">
                      <a:alpha val="44000"/>
                    </a:schemeClr>
                  </a:solidFill>
                </a:rPr>
                <a:t>YOUR EXTENDED TEAM</a:t>
              </a:r>
            </a:p>
          </p:txBody>
        </p:sp>
      </p:grpSp>
      <p:pic>
        <p:nvPicPr>
          <p:cNvPr id="6" name="106462-man-holding-banner-thank-you">
            <a:hlinkClick r:id="" action="ppaction://media"/>
            <a:extLst>
              <a:ext uri="{FF2B5EF4-FFF2-40B4-BE49-F238E27FC236}">
                <a16:creationId xmlns:a16="http://schemas.microsoft.com/office/drawing/2014/main" id="{0B892BB4-5907-5D7A-0D9B-BA43E7110B2A}"/>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209470" y="2598711"/>
            <a:ext cx="3773060" cy="3773060"/>
          </a:xfrm>
          <a:prstGeom prst="rect">
            <a:avLst/>
          </a:prstGeom>
          <a:ln>
            <a:noFill/>
          </a:ln>
          <a:effectLst>
            <a:softEdge rad="112500"/>
          </a:effectLst>
        </p:spPr>
      </p:pic>
    </p:spTree>
    <p:extLst>
      <p:ext uri="{BB962C8B-B14F-4D97-AF65-F5344CB8AC3E}">
        <p14:creationId xmlns:p14="http://schemas.microsoft.com/office/powerpoint/2010/main" val="2138384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theme/theme1.xml><?xml version="1.0" encoding="utf-8"?>
<a:theme xmlns:a="http://schemas.openxmlformats.org/drawingml/2006/main" name="Theme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issPresentation C_Win32_MW_JS_SL_v2.potx" id="{230A82CA-9023-4220-9E5B-0E652CF31B20}" vid="{96196EC2-C392-482E-BF29-9BD12A62668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4F21D10-BD83-491A-AAA6-945C2DB1EB01}">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9EC1AB0-9704-404D-B6D3-819D938AC55B}">
  <ds:schemaRefs>
    <ds:schemaRef ds:uri="16c05727-aa75-4e4a-9b5f-8a80a1165891"/>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D20B6E4-879E-4E6C-BDE7-261540CD376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{4F7038AC-2EAE-486A-99C5-32D2E3A13061}tf78853419_win32</Template>
  <TotalTime>372</TotalTime>
  <Words>1257</Words>
  <Application>Microsoft Office PowerPoint</Application>
  <PresentationFormat>Widescreen</PresentationFormat>
  <Paragraphs>112</Paragraphs>
  <Slides>18</Slides>
  <Notes>12</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Franklin Gothic Book</vt:lpstr>
      <vt:lpstr>Franklin Gothic Demi</vt:lpstr>
      <vt:lpstr>Wingdings</vt:lpstr>
      <vt:lpstr>Theme1</vt:lpstr>
      <vt:lpstr>    ILE- Integrated Language Environment </vt:lpstr>
      <vt:lpstr>PowerPoint Presentation</vt:lpstr>
      <vt:lpstr>PowerPoint Presentation</vt:lpstr>
      <vt:lpstr>ILE</vt:lpstr>
      <vt:lpstr>ILE vs OPM</vt:lpstr>
      <vt:lpstr>ILE Program Model Design Order</vt:lpstr>
      <vt:lpstr>Procedure</vt:lpstr>
      <vt:lpstr>Contd.</vt:lpstr>
      <vt:lpstr>Modules</vt:lpstr>
      <vt:lpstr>Bind by Copy vs Bind by Reference</vt:lpstr>
      <vt:lpstr>Binder Language</vt:lpstr>
      <vt:lpstr>Contd.</vt:lpstr>
      <vt:lpstr>Service Program</vt:lpstr>
      <vt:lpstr>Contd.</vt:lpstr>
      <vt:lpstr>Binding Directory</vt:lpstr>
      <vt:lpstr>    Contd.</vt:lpstr>
      <vt:lpstr>Activation Group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jQuery DataTables with RPG</dc:title>
  <dc:creator>Rishab Kaushik</dc:creator>
  <cp:lastModifiedBy>Sheshank Srivastava</cp:lastModifiedBy>
  <cp:revision>1</cp:revision>
  <dcterms:created xsi:type="dcterms:W3CDTF">2023-02-01T19:40:20Z</dcterms:created>
  <dcterms:modified xsi:type="dcterms:W3CDTF">2025-12-18T11:34:34Z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